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29" r:id="rId2"/>
  </p:sldMasterIdLst>
  <p:notesMasterIdLst>
    <p:notesMasterId r:id="rId14"/>
  </p:notesMasterIdLst>
  <p:sldIdLst>
    <p:sldId id="367" r:id="rId3"/>
    <p:sldId id="369" r:id="rId4"/>
    <p:sldId id="403" r:id="rId5"/>
    <p:sldId id="406" r:id="rId6"/>
    <p:sldId id="404" r:id="rId7"/>
    <p:sldId id="405" r:id="rId8"/>
    <p:sldId id="407" r:id="rId9"/>
    <p:sldId id="408" r:id="rId10"/>
    <p:sldId id="381" r:id="rId11"/>
    <p:sldId id="380" r:id="rId12"/>
    <p:sldId id="4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62FF"/>
    <a:srgbClr val="311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2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58EB7-0CC6-4156-A7DD-96D681019C4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5A8AB-CA34-489A-821B-49D45858C0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849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2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748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75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091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3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18572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99624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87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94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2282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649170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22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52069" y="6377896"/>
            <a:ext cx="539931" cy="4708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white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1778341" y="6459407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2FFD5520-3B3B-4A6C-9BAB-9937FD8E0F76}" type="slidenum">
              <a:rPr lang="en-US" sz="1400" b="1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pPr/>
              <a:t>‹#›</a:t>
            </a:fld>
            <a:endParaRPr lang="en-IN" b="1" dirty="0">
              <a:solidFill>
                <a:prstClr val="white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265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212724" y="889000"/>
            <a:ext cx="11749631" cy="5436644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Roboto" pitchFamily="2" charset="0"/>
                <a:ea typeface="Roboto" pitchFamily="2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Roboto" pitchFamily="2" charset="0"/>
                <a:ea typeface="Roboto" pitchFamily="2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Roboto" pitchFamily="2" charset="0"/>
                <a:ea typeface="Roboto" pitchFamily="2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Roboto" pitchFamily="2" charset="0"/>
                <a:ea typeface="Roboto" pitchFamily="2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Roboto" pitchFamily="2" charset="0"/>
                <a:ea typeface="Robo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2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195809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84387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9194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140017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01008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64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646714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55228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263743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42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 hasCustomPrompt="1"/>
          </p:nvPr>
        </p:nvSpPr>
        <p:spPr>
          <a:xfrm>
            <a:off x="4282333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 hasCustomPrompt="1"/>
          </p:nvPr>
        </p:nvSpPr>
        <p:spPr>
          <a:xfrm>
            <a:off x="6150990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4282333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6150990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71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397119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33674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97119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33674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76170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230343" y="2221757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0409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77119" y="2567756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12179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08098"/>
            <a:ext cx="12192000" cy="1900747"/>
          </a:xfrm>
          <a:custGeom>
            <a:avLst/>
            <a:gdLst>
              <a:gd name="connsiteX0" fmla="*/ 0 w 12192000"/>
              <a:gd name="connsiteY0" fmla="*/ 0 h 1900747"/>
              <a:gd name="connsiteX1" fmla="*/ 12192000 w 12192000"/>
              <a:gd name="connsiteY1" fmla="*/ 0 h 1900747"/>
              <a:gd name="connsiteX2" fmla="*/ 12192000 w 12192000"/>
              <a:gd name="connsiteY2" fmla="*/ 1900747 h 1900747"/>
              <a:gd name="connsiteX3" fmla="*/ 0 w 12192000"/>
              <a:gd name="connsiteY3" fmla="*/ 1900747 h 190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00747">
                <a:moveTo>
                  <a:pt x="0" y="0"/>
                </a:moveTo>
                <a:lnTo>
                  <a:pt x="12192000" y="0"/>
                </a:lnTo>
                <a:lnTo>
                  <a:pt x="12192000" y="1900747"/>
                </a:lnTo>
                <a:lnTo>
                  <a:pt x="0" y="190074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5521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67006"/>
            <a:ext cx="6095998" cy="2936949"/>
          </a:xfrm>
          <a:custGeom>
            <a:avLst/>
            <a:gdLst>
              <a:gd name="connsiteX0" fmla="*/ 0 w 6095998"/>
              <a:gd name="connsiteY0" fmla="*/ 0 h 2936949"/>
              <a:gd name="connsiteX1" fmla="*/ 6095998 w 6095998"/>
              <a:gd name="connsiteY1" fmla="*/ 0 h 2936949"/>
              <a:gd name="connsiteX2" fmla="*/ 6095998 w 6095998"/>
              <a:gd name="connsiteY2" fmla="*/ 2936949 h 2936949"/>
              <a:gd name="connsiteX3" fmla="*/ 0 w 6095998"/>
              <a:gd name="connsiteY3" fmla="*/ 2936949 h 293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5998" h="2936949">
                <a:moveTo>
                  <a:pt x="0" y="0"/>
                </a:moveTo>
                <a:lnTo>
                  <a:pt x="6095998" y="0"/>
                </a:lnTo>
                <a:lnTo>
                  <a:pt x="6095998" y="2936949"/>
                </a:lnTo>
                <a:lnTo>
                  <a:pt x="0" y="2936949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14449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539102" y="2872080"/>
            <a:ext cx="4554414" cy="3024046"/>
          </a:xfrm>
          <a:custGeom>
            <a:avLst/>
            <a:gdLst>
              <a:gd name="connsiteX0" fmla="*/ 0 w 4554414"/>
              <a:gd name="connsiteY0" fmla="*/ 0 h 3024046"/>
              <a:gd name="connsiteX1" fmla="*/ 4554414 w 4554414"/>
              <a:gd name="connsiteY1" fmla="*/ 0 h 3024046"/>
              <a:gd name="connsiteX2" fmla="*/ 4554414 w 4554414"/>
              <a:gd name="connsiteY2" fmla="*/ 3024046 h 3024046"/>
              <a:gd name="connsiteX3" fmla="*/ 0 w 4554414"/>
              <a:gd name="connsiteY3" fmla="*/ 3024046 h 302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414" h="3024046">
                <a:moveTo>
                  <a:pt x="0" y="0"/>
                </a:moveTo>
                <a:lnTo>
                  <a:pt x="4554414" y="0"/>
                </a:lnTo>
                <a:lnTo>
                  <a:pt x="4554414" y="3024046"/>
                </a:lnTo>
                <a:lnTo>
                  <a:pt x="0" y="302404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2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82132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760959" y="1720634"/>
            <a:ext cx="3348319" cy="4464425"/>
          </a:xfrm>
          <a:custGeom>
            <a:avLst/>
            <a:gdLst>
              <a:gd name="connsiteX0" fmla="*/ 0 w 3348319"/>
              <a:gd name="connsiteY0" fmla="*/ 0 h 4464425"/>
              <a:gd name="connsiteX1" fmla="*/ 3348319 w 3348319"/>
              <a:gd name="connsiteY1" fmla="*/ 0 h 4464425"/>
              <a:gd name="connsiteX2" fmla="*/ 3348319 w 3348319"/>
              <a:gd name="connsiteY2" fmla="*/ 4464425 h 4464425"/>
              <a:gd name="connsiteX3" fmla="*/ 0 w 3348319"/>
              <a:gd name="connsiteY3" fmla="*/ 4464425 h 446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8319" h="4464425">
                <a:moveTo>
                  <a:pt x="0" y="0"/>
                </a:moveTo>
                <a:lnTo>
                  <a:pt x="3348319" y="0"/>
                </a:lnTo>
                <a:lnTo>
                  <a:pt x="3348319" y="4464425"/>
                </a:lnTo>
                <a:lnTo>
                  <a:pt x="0" y="44644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05963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403746" y="1579448"/>
            <a:ext cx="3125459" cy="5278553"/>
          </a:xfrm>
          <a:custGeom>
            <a:avLst/>
            <a:gdLst>
              <a:gd name="connsiteX0" fmla="*/ 0 w 3125459"/>
              <a:gd name="connsiteY0" fmla="*/ 0 h 5278553"/>
              <a:gd name="connsiteX1" fmla="*/ 3125459 w 3125459"/>
              <a:gd name="connsiteY1" fmla="*/ 0 h 5278553"/>
              <a:gd name="connsiteX2" fmla="*/ 3125459 w 3125459"/>
              <a:gd name="connsiteY2" fmla="*/ 5278553 h 5278553"/>
              <a:gd name="connsiteX3" fmla="*/ 0 w 3125459"/>
              <a:gd name="connsiteY3" fmla="*/ 5278553 h 527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5459" h="5278553">
                <a:moveTo>
                  <a:pt x="0" y="0"/>
                </a:moveTo>
                <a:lnTo>
                  <a:pt x="3125459" y="0"/>
                </a:lnTo>
                <a:lnTo>
                  <a:pt x="3125459" y="5278553"/>
                </a:lnTo>
                <a:lnTo>
                  <a:pt x="0" y="5278553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165442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087465" y="1541074"/>
            <a:ext cx="3474127" cy="5316926"/>
          </a:xfrm>
          <a:custGeom>
            <a:avLst/>
            <a:gdLst>
              <a:gd name="connsiteX0" fmla="*/ 0 w 3474127"/>
              <a:gd name="connsiteY0" fmla="*/ 0 h 5316926"/>
              <a:gd name="connsiteX1" fmla="*/ 3474127 w 3474127"/>
              <a:gd name="connsiteY1" fmla="*/ 0 h 5316926"/>
              <a:gd name="connsiteX2" fmla="*/ 3474127 w 3474127"/>
              <a:gd name="connsiteY2" fmla="*/ 5316926 h 5316926"/>
              <a:gd name="connsiteX3" fmla="*/ 0 w 3474127"/>
              <a:gd name="connsiteY3" fmla="*/ 5316926 h 531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127" h="5316926">
                <a:moveTo>
                  <a:pt x="0" y="0"/>
                </a:moveTo>
                <a:lnTo>
                  <a:pt x="3474127" y="0"/>
                </a:lnTo>
                <a:lnTo>
                  <a:pt x="3474127" y="5316926"/>
                </a:lnTo>
                <a:lnTo>
                  <a:pt x="0" y="531692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9446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45592" y="1324006"/>
            <a:ext cx="3898392" cy="5533995"/>
          </a:xfrm>
          <a:custGeom>
            <a:avLst/>
            <a:gdLst>
              <a:gd name="connsiteX0" fmla="*/ 0 w 3898392"/>
              <a:gd name="connsiteY0" fmla="*/ 0 h 5533995"/>
              <a:gd name="connsiteX1" fmla="*/ 3898392 w 3898392"/>
              <a:gd name="connsiteY1" fmla="*/ 0 h 5533995"/>
              <a:gd name="connsiteX2" fmla="*/ 3898392 w 3898392"/>
              <a:gd name="connsiteY2" fmla="*/ 5533995 h 5533995"/>
              <a:gd name="connsiteX3" fmla="*/ 0 w 3898392"/>
              <a:gd name="connsiteY3" fmla="*/ 5533995 h 553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8392" h="5533995">
                <a:moveTo>
                  <a:pt x="0" y="0"/>
                </a:moveTo>
                <a:lnTo>
                  <a:pt x="3898392" y="0"/>
                </a:lnTo>
                <a:lnTo>
                  <a:pt x="3898392" y="5533995"/>
                </a:lnTo>
                <a:lnTo>
                  <a:pt x="0" y="55339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90090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110097" y="1033456"/>
            <a:ext cx="5896233" cy="5824545"/>
          </a:xfrm>
          <a:custGeom>
            <a:avLst/>
            <a:gdLst>
              <a:gd name="connsiteX0" fmla="*/ 0 w 5896233"/>
              <a:gd name="connsiteY0" fmla="*/ 0 h 5824545"/>
              <a:gd name="connsiteX1" fmla="*/ 5896233 w 5896233"/>
              <a:gd name="connsiteY1" fmla="*/ 0 h 5824545"/>
              <a:gd name="connsiteX2" fmla="*/ 5896233 w 5896233"/>
              <a:gd name="connsiteY2" fmla="*/ 5824545 h 5824545"/>
              <a:gd name="connsiteX3" fmla="*/ 0 w 5896233"/>
              <a:gd name="connsiteY3" fmla="*/ 5824545 h 582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6233" h="5824545">
                <a:moveTo>
                  <a:pt x="0" y="0"/>
                </a:moveTo>
                <a:lnTo>
                  <a:pt x="5896233" y="0"/>
                </a:lnTo>
                <a:lnTo>
                  <a:pt x="5896233" y="5824545"/>
                </a:lnTo>
                <a:lnTo>
                  <a:pt x="0" y="582454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201207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247796" y="2531158"/>
            <a:ext cx="1719072" cy="3038022"/>
          </a:xfrm>
          <a:custGeom>
            <a:avLst/>
            <a:gdLst>
              <a:gd name="connsiteX0" fmla="*/ 0 w 1719072"/>
              <a:gd name="connsiteY0" fmla="*/ 0 h 3038022"/>
              <a:gd name="connsiteX1" fmla="*/ 1719072 w 1719072"/>
              <a:gd name="connsiteY1" fmla="*/ 0 h 3038022"/>
              <a:gd name="connsiteX2" fmla="*/ 1719072 w 1719072"/>
              <a:gd name="connsiteY2" fmla="*/ 3038022 h 3038022"/>
              <a:gd name="connsiteX3" fmla="*/ 0 w 1719072"/>
              <a:gd name="connsiteY3" fmla="*/ 3038022 h 303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072" h="3038022">
                <a:moveTo>
                  <a:pt x="0" y="0"/>
                </a:moveTo>
                <a:lnTo>
                  <a:pt x="1719072" y="0"/>
                </a:lnTo>
                <a:lnTo>
                  <a:pt x="1719072" y="3038022"/>
                </a:lnTo>
                <a:lnTo>
                  <a:pt x="0" y="30380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707503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701627" y="1718605"/>
            <a:ext cx="2298805" cy="4071814"/>
          </a:xfrm>
          <a:custGeom>
            <a:avLst/>
            <a:gdLst>
              <a:gd name="connsiteX0" fmla="*/ 0 w 2298805"/>
              <a:gd name="connsiteY0" fmla="*/ 0 h 4071814"/>
              <a:gd name="connsiteX1" fmla="*/ 3661 w 2298805"/>
              <a:gd name="connsiteY1" fmla="*/ 0 h 4071814"/>
              <a:gd name="connsiteX2" fmla="*/ 2298805 w 2298805"/>
              <a:gd name="connsiteY2" fmla="*/ 0 h 4071814"/>
              <a:gd name="connsiteX3" fmla="*/ 2298805 w 2298805"/>
              <a:gd name="connsiteY3" fmla="*/ 4056082 h 4071814"/>
              <a:gd name="connsiteX4" fmla="*/ 2298805 w 2298805"/>
              <a:gd name="connsiteY4" fmla="*/ 4071814 h 4071814"/>
              <a:gd name="connsiteX5" fmla="*/ 0 w 2298805"/>
              <a:gd name="connsiteY5" fmla="*/ 4071814 h 407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8805" h="4071814">
                <a:moveTo>
                  <a:pt x="0" y="0"/>
                </a:moveTo>
                <a:lnTo>
                  <a:pt x="3661" y="0"/>
                </a:lnTo>
                <a:lnTo>
                  <a:pt x="2298805" y="0"/>
                </a:lnTo>
                <a:lnTo>
                  <a:pt x="2298805" y="4056082"/>
                </a:lnTo>
                <a:lnTo>
                  <a:pt x="2298805" y="4071814"/>
                </a:lnTo>
                <a:lnTo>
                  <a:pt x="0" y="407181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231956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17991" y="2079948"/>
            <a:ext cx="2547117" cy="3367566"/>
          </a:xfrm>
          <a:custGeom>
            <a:avLst/>
            <a:gdLst>
              <a:gd name="connsiteX0" fmla="*/ 0 w 2547117"/>
              <a:gd name="connsiteY0" fmla="*/ 0 h 3367566"/>
              <a:gd name="connsiteX1" fmla="*/ 2547117 w 2547117"/>
              <a:gd name="connsiteY1" fmla="*/ 0 h 3367566"/>
              <a:gd name="connsiteX2" fmla="*/ 2547117 w 2547117"/>
              <a:gd name="connsiteY2" fmla="*/ 3367566 h 3367566"/>
              <a:gd name="connsiteX3" fmla="*/ 0 w 2547117"/>
              <a:gd name="connsiteY3" fmla="*/ 3367566 h 336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7117" h="3367566">
                <a:moveTo>
                  <a:pt x="0" y="0"/>
                </a:moveTo>
                <a:lnTo>
                  <a:pt x="2547117" y="0"/>
                </a:lnTo>
                <a:lnTo>
                  <a:pt x="2547117" y="3367566"/>
                </a:lnTo>
                <a:lnTo>
                  <a:pt x="0" y="336756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814907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91262" y="2549419"/>
            <a:ext cx="4215161" cy="2639122"/>
          </a:xfrm>
          <a:custGeom>
            <a:avLst/>
            <a:gdLst>
              <a:gd name="connsiteX0" fmla="*/ 0 w 4215161"/>
              <a:gd name="connsiteY0" fmla="*/ 0 h 2639122"/>
              <a:gd name="connsiteX1" fmla="*/ 4215161 w 4215161"/>
              <a:gd name="connsiteY1" fmla="*/ 0 h 2639122"/>
              <a:gd name="connsiteX2" fmla="*/ 4215161 w 4215161"/>
              <a:gd name="connsiteY2" fmla="*/ 2639122 h 2639122"/>
              <a:gd name="connsiteX3" fmla="*/ 0 w 4215161"/>
              <a:gd name="connsiteY3" fmla="*/ 2639122 h 2639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161" h="2639122">
                <a:moveTo>
                  <a:pt x="0" y="0"/>
                </a:moveTo>
                <a:lnTo>
                  <a:pt x="4215161" y="0"/>
                </a:lnTo>
                <a:lnTo>
                  <a:pt x="4215161" y="2639122"/>
                </a:lnTo>
                <a:lnTo>
                  <a:pt x="0" y="26391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946446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037019" y="2342675"/>
            <a:ext cx="1779180" cy="3155542"/>
          </a:xfrm>
          <a:custGeom>
            <a:avLst/>
            <a:gdLst>
              <a:gd name="connsiteX0" fmla="*/ 0 w 1779180"/>
              <a:gd name="connsiteY0" fmla="*/ 0 h 3155542"/>
              <a:gd name="connsiteX1" fmla="*/ 1779180 w 1779180"/>
              <a:gd name="connsiteY1" fmla="*/ 0 h 3155542"/>
              <a:gd name="connsiteX2" fmla="*/ 1779180 w 1779180"/>
              <a:gd name="connsiteY2" fmla="*/ 3155542 h 3155542"/>
              <a:gd name="connsiteX3" fmla="*/ 0 w 1779180"/>
              <a:gd name="connsiteY3" fmla="*/ 3155542 h 3155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9180" h="3155542">
                <a:moveTo>
                  <a:pt x="0" y="0"/>
                </a:moveTo>
                <a:lnTo>
                  <a:pt x="1779180" y="0"/>
                </a:lnTo>
                <a:lnTo>
                  <a:pt x="1779180" y="3155542"/>
                </a:lnTo>
                <a:lnTo>
                  <a:pt x="0" y="315554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375131" y="2337765"/>
            <a:ext cx="1780123" cy="3160452"/>
          </a:xfrm>
          <a:custGeom>
            <a:avLst/>
            <a:gdLst>
              <a:gd name="connsiteX0" fmla="*/ 0 w 1780123"/>
              <a:gd name="connsiteY0" fmla="*/ 0 h 3160452"/>
              <a:gd name="connsiteX1" fmla="*/ 1780123 w 1780123"/>
              <a:gd name="connsiteY1" fmla="*/ 0 h 3160452"/>
              <a:gd name="connsiteX2" fmla="*/ 1780123 w 1780123"/>
              <a:gd name="connsiteY2" fmla="*/ 3160452 h 3160452"/>
              <a:gd name="connsiteX3" fmla="*/ 0 w 1780123"/>
              <a:gd name="connsiteY3" fmla="*/ 3160452 h 316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0123" h="3160452">
                <a:moveTo>
                  <a:pt x="0" y="0"/>
                </a:moveTo>
                <a:lnTo>
                  <a:pt x="1780123" y="0"/>
                </a:lnTo>
                <a:lnTo>
                  <a:pt x="1780123" y="3160452"/>
                </a:lnTo>
                <a:lnTo>
                  <a:pt x="0" y="31604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053481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218935" y="2141119"/>
            <a:ext cx="2629014" cy="3494665"/>
          </a:xfrm>
          <a:custGeom>
            <a:avLst/>
            <a:gdLst>
              <a:gd name="connsiteX0" fmla="*/ 0 w 2629014"/>
              <a:gd name="connsiteY0" fmla="*/ 0 h 3494665"/>
              <a:gd name="connsiteX1" fmla="*/ 2629014 w 2629014"/>
              <a:gd name="connsiteY1" fmla="*/ 0 h 3494665"/>
              <a:gd name="connsiteX2" fmla="*/ 2629014 w 2629014"/>
              <a:gd name="connsiteY2" fmla="*/ 3494665 h 3494665"/>
              <a:gd name="connsiteX3" fmla="*/ 0 w 2629014"/>
              <a:gd name="connsiteY3" fmla="*/ 3494665 h 349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9014" h="3494665">
                <a:moveTo>
                  <a:pt x="0" y="0"/>
                </a:moveTo>
                <a:lnTo>
                  <a:pt x="2629014" y="0"/>
                </a:lnTo>
                <a:lnTo>
                  <a:pt x="2629014" y="3494665"/>
                </a:lnTo>
                <a:lnTo>
                  <a:pt x="0" y="349466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450120" y="2214400"/>
            <a:ext cx="2482450" cy="3306880"/>
          </a:xfrm>
          <a:custGeom>
            <a:avLst/>
            <a:gdLst>
              <a:gd name="connsiteX0" fmla="*/ 0 w 2482450"/>
              <a:gd name="connsiteY0" fmla="*/ 0 h 3306880"/>
              <a:gd name="connsiteX1" fmla="*/ 2482450 w 2482450"/>
              <a:gd name="connsiteY1" fmla="*/ 0 h 3306880"/>
              <a:gd name="connsiteX2" fmla="*/ 2482450 w 2482450"/>
              <a:gd name="connsiteY2" fmla="*/ 3306880 h 3306880"/>
              <a:gd name="connsiteX3" fmla="*/ 0 w 2482450"/>
              <a:gd name="connsiteY3" fmla="*/ 3306880 h 33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2450" h="3306880">
                <a:moveTo>
                  <a:pt x="0" y="0"/>
                </a:moveTo>
                <a:lnTo>
                  <a:pt x="2482450" y="0"/>
                </a:lnTo>
                <a:lnTo>
                  <a:pt x="2482450" y="3306880"/>
                </a:lnTo>
                <a:lnTo>
                  <a:pt x="0" y="330688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91577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5204691" y="2355274"/>
            <a:ext cx="1792224" cy="3174521"/>
          </a:xfrm>
          <a:custGeom>
            <a:avLst/>
            <a:gdLst>
              <a:gd name="connsiteX0" fmla="*/ 0 w 1792224"/>
              <a:gd name="connsiteY0" fmla="*/ 0 h 3174521"/>
              <a:gd name="connsiteX1" fmla="*/ 2854 w 1792224"/>
              <a:gd name="connsiteY1" fmla="*/ 0 h 3174521"/>
              <a:gd name="connsiteX2" fmla="*/ 1792224 w 1792224"/>
              <a:gd name="connsiteY2" fmla="*/ 0 h 3174521"/>
              <a:gd name="connsiteX3" fmla="*/ 1792224 w 1792224"/>
              <a:gd name="connsiteY3" fmla="*/ 3162256 h 3174521"/>
              <a:gd name="connsiteX4" fmla="*/ 1792224 w 1792224"/>
              <a:gd name="connsiteY4" fmla="*/ 3174521 h 3174521"/>
              <a:gd name="connsiteX5" fmla="*/ 0 w 1792224"/>
              <a:gd name="connsiteY5" fmla="*/ 3174521 h 317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2224" h="3174521">
                <a:moveTo>
                  <a:pt x="0" y="0"/>
                </a:moveTo>
                <a:lnTo>
                  <a:pt x="2854" y="0"/>
                </a:lnTo>
                <a:lnTo>
                  <a:pt x="1792224" y="0"/>
                </a:lnTo>
                <a:lnTo>
                  <a:pt x="1792224" y="3162256"/>
                </a:lnTo>
                <a:lnTo>
                  <a:pt x="1792224" y="3174521"/>
                </a:lnTo>
                <a:lnTo>
                  <a:pt x="0" y="3174521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972645" y="2654833"/>
            <a:ext cx="1444600" cy="2558784"/>
          </a:xfrm>
          <a:custGeom>
            <a:avLst/>
            <a:gdLst>
              <a:gd name="connsiteX0" fmla="*/ 0 w 1444600"/>
              <a:gd name="connsiteY0" fmla="*/ 0 h 2558784"/>
              <a:gd name="connsiteX1" fmla="*/ 1444600 w 1444600"/>
              <a:gd name="connsiteY1" fmla="*/ 0 h 2558784"/>
              <a:gd name="connsiteX2" fmla="*/ 1444600 w 1444600"/>
              <a:gd name="connsiteY2" fmla="*/ 2558784 h 2558784"/>
              <a:gd name="connsiteX3" fmla="*/ 0 w 1444600"/>
              <a:gd name="connsiteY3" fmla="*/ 2558784 h 255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4">
                <a:moveTo>
                  <a:pt x="0" y="0"/>
                </a:moveTo>
                <a:lnTo>
                  <a:pt x="1444600" y="0"/>
                </a:lnTo>
                <a:lnTo>
                  <a:pt x="1444600" y="2558784"/>
                </a:lnTo>
                <a:lnTo>
                  <a:pt x="0" y="25587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774515" y="2654836"/>
            <a:ext cx="1444600" cy="2558782"/>
          </a:xfrm>
          <a:custGeom>
            <a:avLst/>
            <a:gdLst>
              <a:gd name="connsiteX0" fmla="*/ 0 w 1444600"/>
              <a:gd name="connsiteY0" fmla="*/ 0 h 2558782"/>
              <a:gd name="connsiteX1" fmla="*/ 1444600 w 1444600"/>
              <a:gd name="connsiteY1" fmla="*/ 0 h 2558782"/>
              <a:gd name="connsiteX2" fmla="*/ 1444600 w 1444600"/>
              <a:gd name="connsiteY2" fmla="*/ 2558782 h 2558782"/>
              <a:gd name="connsiteX3" fmla="*/ 0 w 1444600"/>
              <a:gd name="connsiteY3" fmla="*/ 2558782 h 255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2">
                <a:moveTo>
                  <a:pt x="0" y="0"/>
                </a:moveTo>
                <a:lnTo>
                  <a:pt x="1444600" y="0"/>
                </a:lnTo>
                <a:lnTo>
                  <a:pt x="1444600" y="2558782"/>
                </a:lnTo>
                <a:lnTo>
                  <a:pt x="0" y="25587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8883260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1448620" y="2536538"/>
            <a:ext cx="4334256" cy="2713688"/>
          </a:xfrm>
          <a:custGeom>
            <a:avLst/>
            <a:gdLst>
              <a:gd name="connsiteX0" fmla="*/ 0 w 4334256"/>
              <a:gd name="connsiteY0" fmla="*/ 0 h 2713688"/>
              <a:gd name="connsiteX1" fmla="*/ 4334256 w 4334256"/>
              <a:gd name="connsiteY1" fmla="*/ 0 h 2713688"/>
              <a:gd name="connsiteX2" fmla="*/ 4334256 w 4334256"/>
              <a:gd name="connsiteY2" fmla="*/ 2713688 h 2713688"/>
              <a:gd name="connsiteX3" fmla="*/ 0 w 4334256"/>
              <a:gd name="connsiteY3" fmla="*/ 2713688 h 271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4256" h="2713688">
                <a:moveTo>
                  <a:pt x="0" y="0"/>
                </a:moveTo>
                <a:lnTo>
                  <a:pt x="4334256" y="0"/>
                </a:lnTo>
                <a:lnTo>
                  <a:pt x="4334256" y="2713688"/>
                </a:lnTo>
                <a:lnTo>
                  <a:pt x="0" y="271368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400539" y="3295054"/>
            <a:ext cx="1569642" cy="2092857"/>
          </a:xfrm>
          <a:custGeom>
            <a:avLst/>
            <a:gdLst>
              <a:gd name="connsiteX0" fmla="*/ 0 w 1569642"/>
              <a:gd name="connsiteY0" fmla="*/ 0 h 2092857"/>
              <a:gd name="connsiteX1" fmla="*/ 1569642 w 1569642"/>
              <a:gd name="connsiteY1" fmla="*/ 0 h 2092857"/>
              <a:gd name="connsiteX2" fmla="*/ 1569642 w 1569642"/>
              <a:gd name="connsiteY2" fmla="*/ 2092857 h 2092857"/>
              <a:gd name="connsiteX3" fmla="*/ 0 w 1569642"/>
              <a:gd name="connsiteY3" fmla="*/ 2092857 h 209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9642" h="2092857">
                <a:moveTo>
                  <a:pt x="0" y="0"/>
                </a:moveTo>
                <a:lnTo>
                  <a:pt x="1569642" y="0"/>
                </a:lnTo>
                <a:lnTo>
                  <a:pt x="1569642" y="2092857"/>
                </a:lnTo>
                <a:lnTo>
                  <a:pt x="0" y="20928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6696602" y="3874819"/>
            <a:ext cx="849511" cy="1502692"/>
          </a:xfrm>
          <a:custGeom>
            <a:avLst/>
            <a:gdLst>
              <a:gd name="connsiteX0" fmla="*/ 0 w 849511"/>
              <a:gd name="connsiteY0" fmla="*/ 0 h 1502692"/>
              <a:gd name="connsiteX1" fmla="*/ 849511 w 849511"/>
              <a:gd name="connsiteY1" fmla="*/ 0 h 1502692"/>
              <a:gd name="connsiteX2" fmla="*/ 849511 w 849511"/>
              <a:gd name="connsiteY2" fmla="*/ 1502692 h 1502692"/>
              <a:gd name="connsiteX3" fmla="*/ 0 w 849511"/>
              <a:gd name="connsiteY3" fmla="*/ 1502692 h 1502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9511" h="1502692">
                <a:moveTo>
                  <a:pt x="0" y="0"/>
                </a:moveTo>
                <a:lnTo>
                  <a:pt x="849511" y="0"/>
                </a:lnTo>
                <a:lnTo>
                  <a:pt x="849511" y="1502692"/>
                </a:lnTo>
                <a:lnTo>
                  <a:pt x="0" y="150269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29946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686700" y="1435291"/>
            <a:ext cx="1527048" cy="2698668"/>
          </a:xfrm>
          <a:custGeom>
            <a:avLst/>
            <a:gdLst>
              <a:gd name="connsiteX0" fmla="*/ 0 w 1527048"/>
              <a:gd name="connsiteY0" fmla="*/ 0 h 2698668"/>
              <a:gd name="connsiteX1" fmla="*/ 1527048 w 1527048"/>
              <a:gd name="connsiteY1" fmla="*/ 0 h 2698668"/>
              <a:gd name="connsiteX2" fmla="*/ 1527048 w 1527048"/>
              <a:gd name="connsiteY2" fmla="*/ 2698668 h 2698668"/>
              <a:gd name="connsiteX3" fmla="*/ 0 w 1527048"/>
              <a:gd name="connsiteY3" fmla="*/ 2698668 h 269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048" h="2698668">
                <a:moveTo>
                  <a:pt x="0" y="0"/>
                </a:moveTo>
                <a:lnTo>
                  <a:pt x="1527048" y="0"/>
                </a:lnTo>
                <a:lnTo>
                  <a:pt x="1527048" y="2698668"/>
                </a:lnTo>
                <a:lnTo>
                  <a:pt x="0" y="26986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188725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 rot="20340000">
            <a:off x="8620536" y="2498259"/>
            <a:ext cx="1664208" cy="2959282"/>
          </a:xfrm>
          <a:custGeom>
            <a:avLst/>
            <a:gdLst>
              <a:gd name="connsiteX0" fmla="*/ 0 w 1664208"/>
              <a:gd name="connsiteY0" fmla="*/ 0 h 2959282"/>
              <a:gd name="connsiteX1" fmla="*/ 1664208 w 1664208"/>
              <a:gd name="connsiteY1" fmla="*/ 0 h 2959282"/>
              <a:gd name="connsiteX2" fmla="*/ 1664208 w 1664208"/>
              <a:gd name="connsiteY2" fmla="*/ 2959282 h 2959282"/>
              <a:gd name="connsiteX3" fmla="*/ 0 w 1664208"/>
              <a:gd name="connsiteY3" fmla="*/ 2959282 h 2959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4208" h="2959282">
                <a:moveTo>
                  <a:pt x="0" y="0"/>
                </a:moveTo>
                <a:lnTo>
                  <a:pt x="1664208" y="0"/>
                </a:lnTo>
                <a:lnTo>
                  <a:pt x="1664208" y="2959282"/>
                </a:lnTo>
                <a:lnTo>
                  <a:pt x="0" y="29592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007043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3772" y="2942195"/>
            <a:ext cx="2112264" cy="1693552"/>
          </a:xfrm>
          <a:custGeom>
            <a:avLst/>
            <a:gdLst>
              <a:gd name="connsiteX0" fmla="*/ 0 w 2112264"/>
              <a:gd name="connsiteY0" fmla="*/ 0 h 1693552"/>
              <a:gd name="connsiteX1" fmla="*/ 2112264 w 2112264"/>
              <a:gd name="connsiteY1" fmla="*/ 0 h 1693552"/>
              <a:gd name="connsiteX2" fmla="*/ 2112264 w 2112264"/>
              <a:gd name="connsiteY2" fmla="*/ 1693552 h 1693552"/>
              <a:gd name="connsiteX3" fmla="*/ 0 w 2112264"/>
              <a:gd name="connsiteY3" fmla="*/ 1693552 h 169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2264" h="1693552">
                <a:moveTo>
                  <a:pt x="0" y="0"/>
                </a:moveTo>
                <a:lnTo>
                  <a:pt x="2112264" y="0"/>
                </a:lnTo>
                <a:lnTo>
                  <a:pt x="2112264" y="1693552"/>
                </a:lnTo>
                <a:lnTo>
                  <a:pt x="0" y="16935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2313015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385925" y="3076305"/>
            <a:ext cx="1407742" cy="1758325"/>
          </a:xfrm>
          <a:custGeom>
            <a:avLst/>
            <a:gdLst>
              <a:gd name="connsiteX0" fmla="*/ 0 w 1407742"/>
              <a:gd name="connsiteY0" fmla="*/ 0 h 1758325"/>
              <a:gd name="connsiteX1" fmla="*/ 1407742 w 1407742"/>
              <a:gd name="connsiteY1" fmla="*/ 0 h 1758325"/>
              <a:gd name="connsiteX2" fmla="*/ 1407742 w 1407742"/>
              <a:gd name="connsiteY2" fmla="*/ 1758325 h 1758325"/>
              <a:gd name="connsiteX3" fmla="*/ 0 w 1407742"/>
              <a:gd name="connsiteY3" fmla="*/ 1758325 h 175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742" h="1758325">
                <a:moveTo>
                  <a:pt x="0" y="0"/>
                </a:moveTo>
                <a:lnTo>
                  <a:pt x="1407742" y="0"/>
                </a:lnTo>
                <a:lnTo>
                  <a:pt x="1407742" y="1758325"/>
                </a:lnTo>
                <a:lnTo>
                  <a:pt x="0" y="17583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7868044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946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299027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513982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729063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9441440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 hasCustomPrompt="1"/>
          </p:nvPr>
        </p:nvSpPr>
        <p:spPr>
          <a:xfrm>
            <a:off x="83946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 hasCustomPrompt="1"/>
          </p:nvPr>
        </p:nvSpPr>
        <p:spPr>
          <a:xfrm>
            <a:off x="299027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 hasCustomPrompt="1"/>
          </p:nvPr>
        </p:nvSpPr>
        <p:spPr>
          <a:xfrm>
            <a:off x="513982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8" hasCustomPrompt="1"/>
          </p:nvPr>
        </p:nvSpPr>
        <p:spPr>
          <a:xfrm>
            <a:off x="729063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9" hasCustomPrompt="1"/>
          </p:nvPr>
        </p:nvSpPr>
        <p:spPr>
          <a:xfrm>
            <a:off x="9441440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9896346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52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06298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8125968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2034540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6099048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10162032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7483657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58529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33238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7815412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474634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111067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5237454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1" hasCustomPrompt="1"/>
          </p:nvPr>
        </p:nvSpPr>
        <p:spPr>
          <a:xfrm>
            <a:off x="8412482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5" hasCustomPrompt="1"/>
          </p:nvPr>
        </p:nvSpPr>
        <p:spPr>
          <a:xfrm>
            <a:off x="6133256" y="3168040"/>
            <a:ext cx="2233505" cy="3067940"/>
          </a:xfrm>
          <a:custGeom>
            <a:avLst/>
            <a:gdLst>
              <a:gd name="connsiteX0" fmla="*/ 0 w 2233505"/>
              <a:gd name="connsiteY0" fmla="*/ 0 h 3067940"/>
              <a:gd name="connsiteX1" fmla="*/ 2233505 w 2233505"/>
              <a:gd name="connsiteY1" fmla="*/ 0 h 3067940"/>
              <a:gd name="connsiteX2" fmla="*/ 2233505 w 2233505"/>
              <a:gd name="connsiteY2" fmla="*/ 3067940 h 3067940"/>
              <a:gd name="connsiteX3" fmla="*/ 0 w 2233505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5" h="3067940">
                <a:moveTo>
                  <a:pt x="0" y="0"/>
                </a:moveTo>
                <a:lnTo>
                  <a:pt x="2233505" y="0"/>
                </a:lnTo>
                <a:lnTo>
                  <a:pt x="2233505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6" hasCustomPrompt="1"/>
          </p:nvPr>
        </p:nvSpPr>
        <p:spPr>
          <a:xfrm>
            <a:off x="8412482" y="1604417"/>
            <a:ext cx="2233507" cy="3067940"/>
          </a:xfrm>
          <a:custGeom>
            <a:avLst/>
            <a:gdLst>
              <a:gd name="connsiteX0" fmla="*/ 0 w 2233507"/>
              <a:gd name="connsiteY0" fmla="*/ 0 h 3067940"/>
              <a:gd name="connsiteX1" fmla="*/ 2233507 w 2233507"/>
              <a:gd name="connsiteY1" fmla="*/ 0 h 3067940"/>
              <a:gd name="connsiteX2" fmla="*/ 2233507 w 2233507"/>
              <a:gd name="connsiteY2" fmla="*/ 3067940 h 3067940"/>
              <a:gd name="connsiteX3" fmla="*/ 0 w 2233507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3067940">
                <a:moveTo>
                  <a:pt x="0" y="0"/>
                </a:moveTo>
                <a:lnTo>
                  <a:pt x="2233507" y="0"/>
                </a:lnTo>
                <a:lnTo>
                  <a:pt x="2233507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2" hasCustomPrompt="1"/>
          </p:nvPr>
        </p:nvSpPr>
        <p:spPr>
          <a:xfrm>
            <a:off x="6133256" y="1604417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3854029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1574801" y="4718076"/>
            <a:ext cx="2233506" cy="1517904"/>
          </a:xfrm>
          <a:custGeom>
            <a:avLst/>
            <a:gdLst>
              <a:gd name="connsiteX0" fmla="*/ 0 w 2233506"/>
              <a:gd name="connsiteY0" fmla="*/ 0 h 1517904"/>
              <a:gd name="connsiteX1" fmla="*/ 2233506 w 2233506"/>
              <a:gd name="connsiteY1" fmla="*/ 0 h 1517904"/>
              <a:gd name="connsiteX2" fmla="*/ 2233506 w 2233506"/>
              <a:gd name="connsiteY2" fmla="*/ 1517904 h 1517904"/>
              <a:gd name="connsiteX3" fmla="*/ 0 w 2233506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6" h="1517904">
                <a:moveTo>
                  <a:pt x="0" y="0"/>
                </a:moveTo>
                <a:lnTo>
                  <a:pt x="2233506" y="0"/>
                </a:lnTo>
                <a:lnTo>
                  <a:pt x="2233506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574802" y="1604417"/>
            <a:ext cx="4512733" cy="3067940"/>
          </a:xfrm>
          <a:custGeom>
            <a:avLst/>
            <a:gdLst>
              <a:gd name="connsiteX0" fmla="*/ 0 w 4512733"/>
              <a:gd name="connsiteY0" fmla="*/ 0 h 3067940"/>
              <a:gd name="connsiteX1" fmla="*/ 4512733 w 4512733"/>
              <a:gd name="connsiteY1" fmla="*/ 0 h 3067940"/>
              <a:gd name="connsiteX2" fmla="*/ 4512733 w 4512733"/>
              <a:gd name="connsiteY2" fmla="*/ 3067940 h 3067940"/>
              <a:gd name="connsiteX3" fmla="*/ 0 w 4512733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2733" h="3067940">
                <a:moveTo>
                  <a:pt x="0" y="0"/>
                </a:moveTo>
                <a:lnTo>
                  <a:pt x="4512733" y="0"/>
                </a:lnTo>
                <a:lnTo>
                  <a:pt x="4512733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38131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838199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2105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799936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838199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442105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799936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221956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906460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66054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8025649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06460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466054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8025649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6440924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16069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208523" y="1992022"/>
            <a:ext cx="3905795" cy="3905795"/>
          </a:xfrm>
          <a:custGeom>
            <a:avLst/>
            <a:gdLst>
              <a:gd name="connsiteX0" fmla="*/ 0 w 3905795"/>
              <a:gd name="connsiteY0" fmla="*/ 0 h 3905795"/>
              <a:gd name="connsiteX1" fmla="*/ 3905795 w 3905795"/>
              <a:gd name="connsiteY1" fmla="*/ 0 h 3905795"/>
              <a:gd name="connsiteX2" fmla="*/ 3905795 w 3905795"/>
              <a:gd name="connsiteY2" fmla="*/ 3905795 h 3905795"/>
              <a:gd name="connsiteX3" fmla="*/ 0 w 3905795"/>
              <a:gd name="connsiteY3" fmla="*/ 3905795 h 390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795" h="3905795">
                <a:moveTo>
                  <a:pt x="0" y="0"/>
                </a:moveTo>
                <a:lnTo>
                  <a:pt x="3905795" y="0"/>
                </a:lnTo>
                <a:lnTo>
                  <a:pt x="3905795" y="3905795"/>
                </a:lnTo>
                <a:lnTo>
                  <a:pt x="0" y="39057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7135796" y="1992675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911155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6250993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837438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 hasCustomPrompt="1"/>
          </p:nvPr>
        </p:nvSpPr>
        <p:spPr>
          <a:xfrm>
            <a:off x="3477006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 hasCustomPrompt="1"/>
          </p:nvPr>
        </p:nvSpPr>
        <p:spPr>
          <a:xfrm>
            <a:off x="6116574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8756142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2465995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6431" y="2032514"/>
            <a:ext cx="5587469" cy="3726482"/>
          </a:xfrm>
          <a:custGeom>
            <a:avLst/>
            <a:gdLst>
              <a:gd name="connsiteX0" fmla="*/ 0 w 5587469"/>
              <a:gd name="connsiteY0" fmla="*/ 0 h 3726482"/>
              <a:gd name="connsiteX1" fmla="*/ 5587469 w 5587469"/>
              <a:gd name="connsiteY1" fmla="*/ 0 h 3726482"/>
              <a:gd name="connsiteX2" fmla="*/ 5587469 w 5587469"/>
              <a:gd name="connsiteY2" fmla="*/ 3726482 h 3726482"/>
              <a:gd name="connsiteX3" fmla="*/ 0 w 5587469"/>
              <a:gd name="connsiteY3" fmla="*/ 3726482 h 3726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7469" h="3726482">
                <a:moveTo>
                  <a:pt x="0" y="0"/>
                </a:moveTo>
                <a:lnTo>
                  <a:pt x="5587469" y="0"/>
                </a:lnTo>
                <a:lnTo>
                  <a:pt x="5587469" y="3726482"/>
                </a:lnTo>
                <a:lnTo>
                  <a:pt x="0" y="37264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197651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892993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602300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9311607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819928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070018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839753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1070018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839753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916399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4809456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 hasCustomPrompt="1"/>
          </p:nvPr>
        </p:nvSpPr>
        <p:spPr>
          <a:xfrm>
            <a:off x="8780708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838202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4809456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5" hasCustomPrompt="1"/>
          </p:nvPr>
        </p:nvSpPr>
        <p:spPr>
          <a:xfrm>
            <a:off x="8780708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 hasCustomPrompt="1"/>
          </p:nvPr>
        </p:nvSpPr>
        <p:spPr>
          <a:xfrm>
            <a:off x="838202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7" hasCustomPrompt="1"/>
          </p:nvPr>
        </p:nvSpPr>
        <p:spPr>
          <a:xfrm>
            <a:off x="4809456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8" hasCustomPrompt="1"/>
          </p:nvPr>
        </p:nvSpPr>
        <p:spPr>
          <a:xfrm>
            <a:off x="8780708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9763492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" y="3429000"/>
            <a:ext cx="12191999" cy="3429000"/>
          </a:xfrm>
          <a:custGeom>
            <a:avLst/>
            <a:gdLst>
              <a:gd name="connsiteX0" fmla="*/ 0 w 12191999"/>
              <a:gd name="connsiteY0" fmla="*/ 0 h 3429000"/>
              <a:gd name="connsiteX1" fmla="*/ 12191999 w 12191999"/>
              <a:gd name="connsiteY1" fmla="*/ 0 h 3429000"/>
              <a:gd name="connsiteX2" fmla="*/ 12191999 w 12191999"/>
              <a:gd name="connsiteY2" fmla="*/ 3429000 h 3429000"/>
              <a:gd name="connsiteX3" fmla="*/ 0 w 1219199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429000">
                <a:moveTo>
                  <a:pt x="0" y="0"/>
                </a:moveTo>
                <a:lnTo>
                  <a:pt x="12191999" y="0"/>
                </a:lnTo>
                <a:lnTo>
                  <a:pt x="12191999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975309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0424330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635375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152">
          <p15:clr>
            <a:srgbClr val="FBAE40"/>
          </p15:clr>
        </p15:guide>
        <p15:guide id="3" pos="528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71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308078-9292-992F-0174-1C7D09576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586B19-5B1F-EB3C-8047-5C0AF6E4E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E557E86-52DD-4A7A-C1C8-DAFAB53A3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281942-26AA-5F94-453D-10F31171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FF6D2B6-AA32-86B2-AAAF-A87B3DB8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897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E24885-5953-EC04-F0B2-885E8E9F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F93121-DC7F-3535-3554-14F967959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7C1B31-6D93-5343-E427-F05B0531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4ECEEE-B9FF-CB51-8C80-1B51537E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A24953-4C2E-16E1-99D3-28DD04D5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9655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AF81FC-8EB0-DD5B-83A7-6217DF82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3F2718-D68E-EDD8-01B2-5E3DB7E2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D03294-B01C-2886-0D6B-E6F28837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D8D1A1-50F5-5533-4B72-0BE2E7B5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28DA5D-4C76-4541-0C3E-C7C8D40F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0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469373-C33B-9F13-6291-29BF6336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EAAF4B-AFB4-7B59-EC57-FFDF8BD07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B4137F-78DA-5B9C-39AF-B5FE70C5B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57C19A-7DF6-D36B-5C5B-9D3861A6F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06ACDAB-0401-EAB5-62A5-9B902931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D97ABAD-2F3F-D258-6957-0E15C9E4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3584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1399A8-AD75-2362-1533-C4E442B78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0A86F9-4C4E-CFFF-5627-F17B66FD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E5C1B1-2931-A4EC-86E9-C5D08DA53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5360DA4-A5A1-201C-52A0-027ADB58F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89FE211-57B1-48C0-0748-0EAABE9A4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DF5F98B-0DF6-E32C-0870-71BF6777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31E7076-52B4-3ADB-4844-E43A9689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C096FF0-F689-5BCB-977F-0276012A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5286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2DA42-9959-4707-29A5-7D9236FC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6341E3-0E07-0339-CB03-4BB190DE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4337A09-46A2-440B-EF40-46A0DF5B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32FD4A0-E21A-0072-2738-B090F0D0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4664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60499D8-04D5-763A-BE77-407E78C6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C9BA353-1B94-AE4D-D69C-7554E12A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46AA37-2F10-F7D3-AE15-9322FC78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4525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14E05C-3A02-92B2-54C1-61CC3EE5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5D3E34-0980-304A-BC03-D99B69E20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8B0EA5-4E70-FE35-7BB3-AE43911F7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B86531-0F52-49F8-EAE8-E01E38FE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12C5AB3-E381-17B2-7D42-D1809B81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2083C9-FE2B-ED37-D81B-1605D47C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926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F1A32-1BC3-9310-B0C4-3636FCE17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EA1626A-656D-9B9F-75E1-251BCFE92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E90478F-74AE-438C-2E60-146C08246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6B943DD-6970-39B6-FC4E-033996267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B81FCFC-EF14-6D1A-0B89-2CF9BC0F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888106-89FA-410E-7DF2-A3FF9EED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0953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DE92B2-38A0-4296-E0CB-FA91B389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8F3934-3578-F80B-4721-81033402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0A86C9-58E1-0A6C-A246-CCB1F9D8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4739C4-DBF3-B38E-B380-77BEFF55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2A9B67-754C-2F42-42A1-755A9567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7682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07C34B2-DBF6-AABB-C418-C0493CBEC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778D4FF-D439-A8D9-1A00-75628D8CA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5E06E0-B2C6-ED77-9078-AFE61557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20E15C-9184-3BB7-174B-F3BD25CA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4E052C-B957-A206-E6D3-E10E126E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1593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649170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7747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195809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84387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9194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140017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01008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871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646714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55228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263743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3724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 hasCustomPrompt="1"/>
          </p:nvPr>
        </p:nvSpPr>
        <p:spPr>
          <a:xfrm>
            <a:off x="4282333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 hasCustomPrompt="1"/>
          </p:nvPr>
        </p:nvSpPr>
        <p:spPr>
          <a:xfrm>
            <a:off x="6150990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4282333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6150990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400" b="1" dirty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6747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397119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33674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97119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33674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600242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230343" y="2221757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0105037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77119" y="2567756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7834762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08098"/>
            <a:ext cx="12192000" cy="1900747"/>
          </a:xfrm>
          <a:custGeom>
            <a:avLst/>
            <a:gdLst>
              <a:gd name="connsiteX0" fmla="*/ 0 w 12192000"/>
              <a:gd name="connsiteY0" fmla="*/ 0 h 1900747"/>
              <a:gd name="connsiteX1" fmla="*/ 12192000 w 12192000"/>
              <a:gd name="connsiteY1" fmla="*/ 0 h 1900747"/>
              <a:gd name="connsiteX2" fmla="*/ 12192000 w 12192000"/>
              <a:gd name="connsiteY2" fmla="*/ 1900747 h 1900747"/>
              <a:gd name="connsiteX3" fmla="*/ 0 w 12192000"/>
              <a:gd name="connsiteY3" fmla="*/ 1900747 h 190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00747">
                <a:moveTo>
                  <a:pt x="0" y="0"/>
                </a:moveTo>
                <a:lnTo>
                  <a:pt x="12192000" y="0"/>
                </a:lnTo>
                <a:lnTo>
                  <a:pt x="12192000" y="1900747"/>
                </a:lnTo>
                <a:lnTo>
                  <a:pt x="0" y="190074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4103536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67006"/>
            <a:ext cx="6095998" cy="2936949"/>
          </a:xfrm>
          <a:custGeom>
            <a:avLst/>
            <a:gdLst>
              <a:gd name="connsiteX0" fmla="*/ 0 w 6095998"/>
              <a:gd name="connsiteY0" fmla="*/ 0 h 2936949"/>
              <a:gd name="connsiteX1" fmla="*/ 6095998 w 6095998"/>
              <a:gd name="connsiteY1" fmla="*/ 0 h 2936949"/>
              <a:gd name="connsiteX2" fmla="*/ 6095998 w 6095998"/>
              <a:gd name="connsiteY2" fmla="*/ 2936949 h 2936949"/>
              <a:gd name="connsiteX3" fmla="*/ 0 w 6095998"/>
              <a:gd name="connsiteY3" fmla="*/ 2936949 h 293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5998" h="2936949">
                <a:moveTo>
                  <a:pt x="0" y="0"/>
                </a:moveTo>
                <a:lnTo>
                  <a:pt x="6095998" y="0"/>
                </a:lnTo>
                <a:lnTo>
                  <a:pt x="6095998" y="2936949"/>
                </a:lnTo>
                <a:lnTo>
                  <a:pt x="0" y="2936949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4599708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539102" y="2872080"/>
            <a:ext cx="4554414" cy="3024046"/>
          </a:xfrm>
          <a:custGeom>
            <a:avLst/>
            <a:gdLst>
              <a:gd name="connsiteX0" fmla="*/ 0 w 4554414"/>
              <a:gd name="connsiteY0" fmla="*/ 0 h 3024046"/>
              <a:gd name="connsiteX1" fmla="*/ 4554414 w 4554414"/>
              <a:gd name="connsiteY1" fmla="*/ 0 h 3024046"/>
              <a:gd name="connsiteX2" fmla="*/ 4554414 w 4554414"/>
              <a:gd name="connsiteY2" fmla="*/ 3024046 h 3024046"/>
              <a:gd name="connsiteX3" fmla="*/ 0 w 4554414"/>
              <a:gd name="connsiteY3" fmla="*/ 3024046 h 302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414" h="3024046">
                <a:moveTo>
                  <a:pt x="0" y="0"/>
                </a:moveTo>
                <a:lnTo>
                  <a:pt x="4554414" y="0"/>
                </a:lnTo>
                <a:lnTo>
                  <a:pt x="4554414" y="3024046"/>
                </a:lnTo>
                <a:lnTo>
                  <a:pt x="0" y="302404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2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8935100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760959" y="1720634"/>
            <a:ext cx="3348319" cy="4464425"/>
          </a:xfrm>
          <a:custGeom>
            <a:avLst/>
            <a:gdLst>
              <a:gd name="connsiteX0" fmla="*/ 0 w 3348319"/>
              <a:gd name="connsiteY0" fmla="*/ 0 h 4464425"/>
              <a:gd name="connsiteX1" fmla="*/ 3348319 w 3348319"/>
              <a:gd name="connsiteY1" fmla="*/ 0 h 4464425"/>
              <a:gd name="connsiteX2" fmla="*/ 3348319 w 3348319"/>
              <a:gd name="connsiteY2" fmla="*/ 4464425 h 4464425"/>
              <a:gd name="connsiteX3" fmla="*/ 0 w 3348319"/>
              <a:gd name="connsiteY3" fmla="*/ 4464425 h 446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8319" h="4464425">
                <a:moveTo>
                  <a:pt x="0" y="0"/>
                </a:moveTo>
                <a:lnTo>
                  <a:pt x="3348319" y="0"/>
                </a:lnTo>
                <a:lnTo>
                  <a:pt x="3348319" y="4464425"/>
                </a:lnTo>
                <a:lnTo>
                  <a:pt x="0" y="44644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99816018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403746" y="1579448"/>
            <a:ext cx="3125459" cy="5278553"/>
          </a:xfrm>
          <a:custGeom>
            <a:avLst/>
            <a:gdLst>
              <a:gd name="connsiteX0" fmla="*/ 0 w 3125459"/>
              <a:gd name="connsiteY0" fmla="*/ 0 h 5278553"/>
              <a:gd name="connsiteX1" fmla="*/ 3125459 w 3125459"/>
              <a:gd name="connsiteY1" fmla="*/ 0 h 5278553"/>
              <a:gd name="connsiteX2" fmla="*/ 3125459 w 3125459"/>
              <a:gd name="connsiteY2" fmla="*/ 5278553 h 5278553"/>
              <a:gd name="connsiteX3" fmla="*/ 0 w 3125459"/>
              <a:gd name="connsiteY3" fmla="*/ 5278553 h 527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5459" h="5278553">
                <a:moveTo>
                  <a:pt x="0" y="0"/>
                </a:moveTo>
                <a:lnTo>
                  <a:pt x="3125459" y="0"/>
                </a:lnTo>
                <a:lnTo>
                  <a:pt x="3125459" y="5278553"/>
                </a:lnTo>
                <a:lnTo>
                  <a:pt x="0" y="5278553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4237672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087465" y="1541074"/>
            <a:ext cx="3474127" cy="5316926"/>
          </a:xfrm>
          <a:custGeom>
            <a:avLst/>
            <a:gdLst>
              <a:gd name="connsiteX0" fmla="*/ 0 w 3474127"/>
              <a:gd name="connsiteY0" fmla="*/ 0 h 5316926"/>
              <a:gd name="connsiteX1" fmla="*/ 3474127 w 3474127"/>
              <a:gd name="connsiteY1" fmla="*/ 0 h 5316926"/>
              <a:gd name="connsiteX2" fmla="*/ 3474127 w 3474127"/>
              <a:gd name="connsiteY2" fmla="*/ 5316926 h 5316926"/>
              <a:gd name="connsiteX3" fmla="*/ 0 w 3474127"/>
              <a:gd name="connsiteY3" fmla="*/ 5316926 h 531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127" h="5316926">
                <a:moveTo>
                  <a:pt x="0" y="0"/>
                </a:moveTo>
                <a:lnTo>
                  <a:pt x="3474127" y="0"/>
                </a:lnTo>
                <a:lnTo>
                  <a:pt x="3474127" y="5316926"/>
                </a:lnTo>
                <a:lnTo>
                  <a:pt x="0" y="531692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3017627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45592" y="1324006"/>
            <a:ext cx="3898392" cy="5533995"/>
          </a:xfrm>
          <a:custGeom>
            <a:avLst/>
            <a:gdLst>
              <a:gd name="connsiteX0" fmla="*/ 0 w 3898392"/>
              <a:gd name="connsiteY0" fmla="*/ 0 h 5533995"/>
              <a:gd name="connsiteX1" fmla="*/ 3898392 w 3898392"/>
              <a:gd name="connsiteY1" fmla="*/ 0 h 5533995"/>
              <a:gd name="connsiteX2" fmla="*/ 3898392 w 3898392"/>
              <a:gd name="connsiteY2" fmla="*/ 5533995 h 5533995"/>
              <a:gd name="connsiteX3" fmla="*/ 0 w 3898392"/>
              <a:gd name="connsiteY3" fmla="*/ 5533995 h 553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8392" h="5533995">
                <a:moveTo>
                  <a:pt x="0" y="0"/>
                </a:moveTo>
                <a:lnTo>
                  <a:pt x="3898392" y="0"/>
                </a:lnTo>
                <a:lnTo>
                  <a:pt x="3898392" y="5533995"/>
                </a:lnTo>
                <a:lnTo>
                  <a:pt x="0" y="55339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0024083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110097" y="1033456"/>
            <a:ext cx="5896233" cy="5824545"/>
          </a:xfrm>
          <a:custGeom>
            <a:avLst/>
            <a:gdLst>
              <a:gd name="connsiteX0" fmla="*/ 0 w 5896233"/>
              <a:gd name="connsiteY0" fmla="*/ 0 h 5824545"/>
              <a:gd name="connsiteX1" fmla="*/ 5896233 w 5896233"/>
              <a:gd name="connsiteY1" fmla="*/ 0 h 5824545"/>
              <a:gd name="connsiteX2" fmla="*/ 5896233 w 5896233"/>
              <a:gd name="connsiteY2" fmla="*/ 5824545 h 5824545"/>
              <a:gd name="connsiteX3" fmla="*/ 0 w 5896233"/>
              <a:gd name="connsiteY3" fmla="*/ 5824545 h 582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6233" h="5824545">
                <a:moveTo>
                  <a:pt x="0" y="0"/>
                </a:moveTo>
                <a:lnTo>
                  <a:pt x="5896233" y="0"/>
                </a:lnTo>
                <a:lnTo>
                  <a:pt x="5896233" y="5824545"/>
                </a:lnTo>
                <a:lnTo>
                  <a:pt x="0" y="582454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8142761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247796" y="2531158"/>
            <a:ext cx="1719072" cy="3038022"/>
          </a:xfrm>
          <a:custGeom>
            <a:avLst/>
            <a:gdLst>
              <a:gd name="connsiteX0" fmla="*/ 0 w 1719072"/>
              <a:gd name="connsiteY0" fmla="*/ 0 h 3038022"/>
              <a:gd name="connsiteX1" fmla="*/ 1719072 w 1719072"/>
              <a:gd name="connsiteY1" fmla="*/ 0 h 3038022"/>
              <a:gd name="connsiteX2" fmla="*/ 1719072 w 1719072"/>
              <a:gd name="connsiteY2" fmla="*/ 3038022 h 3038022"/>
              <a:gd name="connsiteX3" fmla="*/ 0 w 1719072"/>
              <a:gd name="connsiteY3" fmla="*/ 3038022 h 303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072" h="3038022">
                <a:moveTo>
                  <a:pt x="0" y="0"/>
                </a:moveTo>
                <a:lnTo>
                  <a:pt x="1719072" y="0"/>
                </a:lnTo>
                <a:lnTo>
                  <a:pt x="1719072" y="3038022"/>
                </a:lnTo>
                <a:lnTo>
                  <a:pt x="0" y="30380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23151400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701627" y="1718605"/>
            <a:ext cx="2298805" cy="4071814"/>
          </a:xfrm>
          <a:custGeom>
            <a:avLst/>
            <a:gdLst>
              <a:gd name="connsiteX0" fmla="*/ 0 w 2298805"/>
              <a:gd name="connsiteY0" fmla="*/ 0 h 4071814"/>
              <a:gd name="connsiteX1" fmla="*/ 3661 w 2298805"/>
              <a:gd name="connsiteY1" fmla="*/ 0 h 4071814"/>
              <a:gd name="connsiteX2" fmla="*/ 2298805 w 2298805"/>
              <a:gd name="connsiteY2" fmla="*/ 0 h 4071814"/>
              <a:gd name="connsiteX3" fmla="*/ 2298805 w 2298805"/>
              <a:gd name="connsiteY3" fmla="*/ 4056082 h 4071814"/>
              <a:gd name="connsiteX4" fmla="*/ 2298805 w 2298805"/>
              <a:gd name="connsiteY4" fmla="*/ 4071814 h 4071814"/>
              <a:gd name="connsiteX5" fmla="*/ 0 w 2298805"/>
              <a:gd name="connsiteY5" fmla="*/ 4071814 h 407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8805" h="4071814">
                <a:moveTo>
                  <a:pt x="0" y="0"/>
                </a:moveTo>
                <a:lnTo>
                  <a:pt x="3661" y="0"/>
                </a:lnTo>
                <a:lnTo>
                  <a:pt x="2298805" y="0"/>
                </a:lnTo>
                <a:lnTo>
                  <a:pt x="2298805" y="4056082"/>
                </a:lnTo>
                <a:lnTo>
                  <a:pt x="2298805" y="4071814"/>
                </a:lnTo>
                <a:lnTo>
                  <a:pt x="0" y="407181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9637652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17991" y="2079948"/>
            <a:ext cx="2547117" cy="3367566"/>
          </a:xfrm>
          <a:custGeom>
            <a:avLst/>
            <a:gdLst>
              <a:gd name="connsiteX0" fmla="*/ 0 w 2547117"/>
              <a:gd name="connsiteY0" fmla="*/ 0 h 3367566"/>
              <a:gd name="connsiteX1" fmla="*/ 2547117 w 2547117"/>
              <a:gd name="connsiteY1" fmla="*/ 0 h 3367566"/>
              <a:gd name="connsiteX2" fmla="*/ 2547117 w 2547117"/>
              <a:gd name="connsiteY2" fmla="*/ 3367566 h 3367566"/>
              <a:gd name="connsiteX3" fmla="*/ 0 w 2547117"/>
              <a:gd name="connsiteY3" fmla="*/ 3367566 h 336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7117" h="3367566">
                <a:moveTo>
                  <a:pt x="0" y="0"/>
                </a:moveTo>
                <a:lnTo>
                  <a:pt x="2547117" y="0"/>
                </a:lnTo>
                <a:lnTo>
                  <a:pt x="2547117" y="3367566"/>
                </a:lnTo>
                <a:lnTo>
                  <a:pt x="0" y="336756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683208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91262" y="2549419"/>
            <a:ext cx="4215161" cy="2639122"/>
          </a:xfrm>
          <a:custGeom>
            <a:avLst/>
            <a:gdLst>
              <a:gd name="connsiteX0" fmla="*/ 0 w 4215161"/>
              <a:gd name="connsiteY0" fmla="*/ 0 h 2639122"/>
              <a:gd name="connsiteX1" fmla="*/ 4215161 w 4215161"/>
              <a:gd name="connsiteY1" fmla="*/ 0 h 2639122"/>
              <a:gd name="connsiteX2" fmla="*/ 4215161 w 4215161"/>
              <a:gd name="connsiteY2" fmla="*/ 2639122 h 2639122"/>
              <a:gd name="connsiteX3" fmla="*/ 0 w 4215161"/>
              <a:gd name="connsiteY3" fmla="*/ 2639122 h 2639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161" h="2639122">
                <a:moveTo>
                  <a:pt x="0" y="0"/>
                </a:moveTo>
                <a:lnTo>
                  <a:pt x="4215161" y="0"/>
                </a:lnTo>
                <a:lnTo>
                  <a:pt x="4215161" y="2639122"/>
                </a:lnTo>
                <a:lnTo>
                  <a:pt x="0" y="26391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0518491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037019" y="2342675"/>
            <a:ext cx="1779180" cy="3155542"/>
          </a:xfrm>
          <a:custGeom>
            <a:avLst/>
            <a:gdLst>
              <a:gd name="connsiteX0" fmla="*/ 0 w 1779180"/>
              <a:gd name="connsiteY0" fmla="*/ 0 h 3155542"/>
              <a:gd name="connsiteX1" fmla="*/ 1779180 w 1779180"/>
              <a:gd name="connsiteY1" fmla="*/ 0 h 3155542"/>
              <a:gd name="connsiteX2" fmla="*/ 1779180 w 1779180"/>
              <a:gd name="connsiteY2" fmla="*/ 3155542 h 3155542"/>
              <a:gd name="connsiteX3" fmla="*/ 0 w 1779180"/>
              <a:gd name="connsiteY3" fmla="*/ 3155542 h 3155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9180" h="3155542">
                <a:moveTo>
                  <a:pt x="0" y="0"/>
                </a:moveTo>
                <a:lnTo>
                  <a:pt x="1779180" y="0"/>
                </a:lnTo>
                <a:lnTo>
                  <a:pt x="1779180" y="3155542"/>
                </a:lnTo>
                <a:lnTo>
                  <a:pt x="0" y="315554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375131" y="2337765"/>
            <a:ext cx="1780123" cy="3160452"/>
          </a:xfrm>
          <a:custGeom>
            <a:avLst/>
            <a:gdLst>
              <a:gd name="connsiteX0" fmla="*/ 0 w 1780123"/>
              <a:gd name="connsiteY0" fmla="*/ 0 h 3160452"/>
              <a:gd name="connsiteX1" fmla="*/ 1780123 w 1780123"/>
              <a:gd name="connsiteY1" fmla="*/ 0 h 3160452"/>
              <a:gd name="connsiteX2" fmla="*/ 1780123 w 1780123"/>
              <a:gd name="connsiteY2" fmla="*/ 3160452 h 3160452"/>
              <a:gd name="connsiteX3" fmla="*/ 0 w 1780123"/>
              <a:gd name="connsiteY3" fmla="*/ 3160452 h 316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0123" h="3160452">
                <a:moveTo>
                  <a:pt x="0" y="0"/>
                </a:moveTo>
                <a:lnTo>
                  <a:pt x="1780123" y="0"/>
                </a:lnTo>
                <a:lnTo>
                  <a:pt x="1780123" y="3160452"/>
                </a:lnTo>
                <a:lnTo>
                  <a:pt x="0" y="31604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05562934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218935" y="2141119"/>
            <a:ext cx="2629014" cy="3494665"/>
          </a:xfrm>
          <a:custGeom>
            <a:avLst/>
            <a:gdLst>
              <a:gd name="connsiteX0" fmla="*/ 0 w 2629014"/>
              <a:gd name="connsiteY0" fmla="*/ 0 h 3494665"/>
              <a:gd name="connsiteX1" fmla="*/ 2629014 w 2629014"/>
              <a:gd name="connsiteY1" fmla="*/ 0 h 3494665"/>
              <a:gd name="connsiteX2" fmla="*/ 2629014 w 2629014"/>
              <a:gd name="connsiteY2" fmla="*/ 3494665 h 3494665"/>
              <a:gd name="connsiteX3" fmla="*/ 0 w 2629014"/>
              <a:gd name="connsiteY3" fmla="*/ 3494665 h 349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9014" h="3494665">
                <a:moveTo>
                  <a:pt x="0" y="0"/>
                </a:moveTo>
                <a:lnTo>
                  <a:pt x="2629014" y="0"/>
                </a:lnTo>
                <a:lnTo>
                  <a:pt x="2629014" y="3494665"/>
                </a:lnTo>
                <a:lnTo>
                  <a:pt x="0" y="349466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450120" y="2214400"/>
            <a:ext cx="2482450" cy="3306880"/>
          </a:xfrm>
          <a:custGeom>
            <a:avLst/>
            <a:gdLst>
              <a:gd name="connsiteX0" fmla="*/ 0 w 2482450"/>
              <a:gd name="connsiteY0" fmla="*/ 0 h 3306880"/>
              <a:gd name="connsiteX1" fmla="*/ 2482450 w 2482450"/>
              <a:gd name="connsiteY1" fmla="*/ 0 h 3306880"/>
              <a:gd name="connsiteX2" fmla="*/ 2482450 w 2482450"/>
              <a:gd name="connsiteY2" fmla="*/ 3306880 h 3306880"/>
              <a:gd name="connsiteX3" fmla="*/ 0 w 2482450"/>
              <a:gd name="connsiteY3" fmla="*/ 3306880 h 33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2450" h="3306880">
                <a:moveTo>
                  <a:pt x="0" y="0"/>
                </a:moveTo>
                <a:lnTo>
                  <a:pt x="2482450" y="0"/>
                </a:lnTo>
                <a:lnTo>
                  <a:pt x="2482450" y="3306880"/>
                </a:lnTo>
                <a:lnTo>
                  <a:pt x="0" y="330688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7364748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5204691" y="2355274"/>
            <a:ext cx="1792224" cy="3174521"/>
          </a:xfrm>
          <a:custGeom>
            <a:avLst/>
            <a:gdLst>
              <a:gd name="connsiteX0" fmla="*/ 0 w 1792224"/>
              <a:gd name="connsiteY0" fmla="*/ 0 h 3174521"/>
              <a:gd name="connsiteX1" fmla="*/ 2854 w 1792224"/>
              <a:gd name="connsiteY1" fmla="*/ 0 h 3174521"/>
              <a:gd name="connsiteX2" fmla="*/ 1792224 w 1792224"/>
              <a:gd name="connsiteY2" fmla="*/ 0 h 3174521"/>
              <a:gd name="connsiteX3" fmla="*/ 1792224 w 1792224"/>
              <a:gd name="connsiteY3" fmla="*/ 3162256 h 3174521"/>
              <a:gd name="connsiteX4" fmla="*/ 1792224 w 1792224"/>
              <a:gd name="connsiteY4" fmla="*/ 3174521 h 3174521"/>
              <a:gd name="connsiteX5" fmla="*/ 0 w 1792224"/>
              <a:gd name="connsiteY5" fmla="*/ 3174521 h 317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2224" h="3174521">
                <a:moveTo>
                  <a:pt x="0" y="0"/>
                </a:moveTo>
                <a:lnTo>
                  <a:pt x="2854" y="0"/>
                </a:lnTo>
                <a:lnTo>
                  <a:pt x="1792224" y="0"/>
                </a:lnTo>
                <a:lnTo>
                  <a:pt x="1792224" y="3162256"/>
                </a:lnTo>
                <a:lnTo>
                  <a:pt x="1792224" y="3174521"/>
                </a:lnTo>
                <a:lnTo>
                  <a:pt x="0" y="3174521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972645" y="2654833"/>
            <a:ext cx="1444600" cy="2558784"/>
          </a:xfrm>
          <a:custGeom>
            <a:avLst/>
            <a:gdLst>
              <a:gd name="connsiteX0" fmla="*/ 0 w 1444600"/>
              <a:gd name="connsiteY0" fmla="*/ 0 h 2558784"/>
              <a:gd name="connsiteX1" fmla="*/ 1444600 w 1444600"/>
              <a:gd name="connsiteY1" fmla="*/ 0 h 2558784"/>
              <a:gd name="connsiteX2" fmla="*/ 1444600 w 1444600"/>
              <a:gd name="connsiteY2" fmla="*/ 2558784 h 2558784"/>
              <a:gd name="connsiteX3" fmla="*/ 0 w 1444600"/>
              <a:gd name="connsiteY3" fmla="*/ 2558784 h 255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4">
                <a:moveTo>
                  <a:pt x="0" y="0"/>
                </a:moveTo>
                <a:lnTo>
                  <a:pt x="1444600" y="0"/>
                </a:lnTo>
                <a:lnTo>
                  <a:pt x="1444600" y="2558784"/>
                </a:lnTo>
                <a:lnTo>
                  <a:pt x="0" y="25587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774515" y="2654836"/>
            <a:ext cx="1444600" cy="2558782"/>
          </a:xfrm>
          <a:custGeom>
            <a:avLst/>
            <a:gdLst>
              <a:gd name="connsiteX0" fmla="*/ 0 w 1444600"/>
              <a:gd name="connsiteY0" fmla="*/ 0 h 2558782"/>
              <a:gd name="connsiteX1" fmla="*/ 1444600 w 1444600"/>
              <a:gd name="connsiteY1" fmla="*/ 0 h 2558782"/>
              <a:gd name="connsiteX2" fmla="*/ 1444600 w 1444600"/>
              <a:gd name="connsiteY2" fmla="*/ 2558782 h 2558782"/>
              <a:gd name="connsiteX3" fmla="*/ 0 w 1444600"/>
              <a:gd name="connsiteY3" fmla="*/ 2558782 h 255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2">
                <a:moveTo>
                  <a:pt x="0" y="0"/>
                </a:moveTo>
                <a:lnTo>
                  <a:pt x="1444600" y="0"/>
                </a:lnTo>
                <a:lnTo>
                  <a:pt x="1444600" y="2558782"/>
                </a:lnTo>
                <a:lnTo>
                  <a:pt x="0" y="25587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40318209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1448620" y="2536538"/>
            <a:ext cx="4334256" cy="2713688"/>
          </a:xfrm>
          <a:custGeom>
            <a:avLst/>
            <a:gdLst>
              <a:gd name="connsiteX0" fmla="*/ 0 w 4334256"/>
              <a:gd name="connsiteY0" fmla="*/ 0 h 2713688"/>
              <a:gd name="connsiteX1" fmla="*/ 4334256 w 4334256"/>
              <a:gd name="connsiteY1" fmla="*/ 0 h 2713688"/>
              <a:gd name="connsiteX2" fmla="*/ 4334256 w 4334256"/>
              <a:gd name="connsiteY2" fmla="*/ 2713688 h 2713688"/>
              <a:gd name="connsiteX3" fmla="*/ 0 w 4334256"/>
              <a:gd name="connsiteY3" fmla="*/ 2713688 h 271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4256" h="2713688">
                <a:moveTo>
                  <a:pt x="0" y="0"/>
                </a:moveTo>
                <a:lnTo>
                  <a:pt x="4334256" y="0"/>
                </a:lnTo>
                <a:lnTo>
                  <a:pt x="4334256" y="2713688"/>
                </a:lnTo>
                <a:lnTo>
                  <a:pt x="0" y="271368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400539" y="3295054"/>
            <a:ext cx="1569642" cy="2092857"/>
          </a:xfrm>
          <a:custGeom>
            <a:avLst/>
            <a:gdLst>
              <a:gd name="connsiteX0" fmla="*/ 0 w 1569642"/>
              <a:gd name="connsiteY0" fmla="*/ 0 h 2092857"/>
              <a:gd name="connsiteX1" fmla="*/ 1569642 w 1569642"/>
              <a:gd name="connsiteY1" fmla="*/ 0 h 2092857"/>
              <a:gd name="connsiteX2" fmla="*/ 1569642 w 1569642"/>
              <a:gd name="connsiteY2" fmla="*/ 2092857 h 2092857"/>
              <a:gd name="connsiteX3" fmla="*/ 0 w 1569642"/>
              <a:gd name="connsiteY3" fmla="*/ 2092857 h 209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9642" h="2092857">
                <a:moveTo>
                  <a:pt x="0" y="0"/>
                </a:moveTo>
                <a:lnTo>
                  <a:pt x="1569642" y="0"/>
                </a:lnTo>
                <a:lnTo>
                  <a:pt x="1569642" y="2092857"/>
                </a:lnTo>
                <a:lnTo>
                  <a:pt x="0" y="20928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6696602" y="3874819"/>
            <a:ext cx="849511" cy="1502692"/>
          </a:xfrm>
          <a:custGeom>
            <a:avLst/>
            <a:gdLst>
              <a:gd name="connsiteX0" fmla="*/ 0 w 849511"/>
              <a:gd name="connsiteY0" fmla="*/ 0 h 1502692"/>
              <a:gd name="connsiteX1" fmla="*/ 849511 w 849511"/>
              <a:gd name="connsiteY1" fmla="*/ 0 h 1502692"/>
              <a:gd name="connsiteX2" fmla="*/ 849511 w 849511"/>
              <a:gd name="connsiteY2" fmla="*/ 1502692 h 1502692"/>
              <a:gd name="connsiteX3" fmla="*/ 0 w 849511"/>
              <a:gd name="connsiteY3" fmla="*/ 1502692 h 1502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9511" h="1502692">
                <a:moveTo>
                  <a:pt x="0" y="0"/>
                </a:moveTo>
                <a:lnTo>
                  <a:pt x="849511" y="0"/>
                </a:lnTo>
                <a:lnTo>
                  <a:pt x="849511" y="1502692"/>
                </a:lnTo>
                <a:lnTo>
                  <a:pt x="0" y="150269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1356789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686700" y="1435291"/>
            <a:ext cx="1527048" cy="2698668"/>
          </a:xfrm>
          <a:custGeom>
            <a:avLst/>
            <a:gdLst>
              <a:gd name="connsiteX0" fmla="*/ 0 w 1527048"/>
              <a:gd name="connsiteY0" fmla="*/ 0 h 2698668"/>
              <a:gd name="connsiteX1" fmla="*/ 1527048 w 1527048"/>
              <a:gd name="connsiteY1" fmla="*/ 0 h 2698668"/>
              <a:gd name="connsiteX2" fmla="*/ 1527048 w 1527048"/>
              <a:gd name="connsiteY2" fmla="*/ 2698668 h 2698668"/>
              <a:gd name="connsiteX3" fmla="*/ 0 w 1527048"/>
              <a:gd name="connsiteY3" fmla="*/ 2698668 h 269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048" h="2698668">
                <a:moveTo>
                  <a:pt x="0" y="0"/>
                </a:moveTo>
                <a:lnTo>
                  <a:pt x="1527048" y="0"/>
                </a:lnTo>
                <a:lnTo>
                  <a:pt x="1527048" y="2698668"/>
                </a:lnTo>
                <a:lnTo>
                  <a:pt x="0" y="26986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475956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3221130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 rot="20340000">
            <a:off x="8620536" y="2498259"/>
            <a:ext cx="1664208" cy="2959282"/>
          </a:xfrm>
          <a:custGeom>
            <a:avLst/>
            <a:gdLst>
              <a:gd name="connsiteX0" fmla="*/ 0 w 1664208"/>
              <a:gd name="connsiteY0" fmla="*/ 0 h 2959282"/>
              <a:gd name="connsiteX1" fmla="*/ 1664208 w 1664208"/>
              <a:gd name="connsiteY1" fmla="*/ 0 h 2959282"/>
              <a:gd name="connsiteX2" fmla="*/ 1664208 w 1664208"/>
              <a:gd name="connsiteY2" fmla="*/ 2959282 h 2959282"/>
              <a:gd name="connsiteX3" fmla="*/ 0 w 1664208"/>
              <a:gd name="connsiteY3" fmla="*/ 2959282 h 2959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4208" h="2959282">
                <a:moveTo>
                  <a:pt x="0" y="0"/>
                </a:moveTo>
                <a:lnTo>
                  <a:pt x="1664208" y="0"/>
                </a:lnTo>
                <a:lnTo>
                  <a:pt x="1664208" y="2959282"/>
                </a:lnTo>
                <a:lnTo>
                  <a:pt x="0" y="29592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2294181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3772" y="2942195"/>
            <a:ext cx="2112264" cy="1693552"/>
          </a:xfrm>
          <a:custGeom>
            <a:avLst/>
            <a:gdLst>
              <a:gd name="connsiteX0" fmla="*/ 0 w 2112264"/>
              <a:gd name="connsiteY0" fmla="*/ 0 h 1693552"/>
              <a:gd name="connsiteX1" fmla="*/ 2112264 w 2112264"/>
              <a:gd name="connsiteY1" fmla="*/ 0 h 1693552"/>
              <a:gd name="connsiteX2" fmla="*/ 2112264 w 2112264"/>
              <a:gd name="connsiteY2" fmla="*/ 1693552 h 1693552"/>
              <a:gd name="connsiteX3" fmla="*/ 0 w 2112264"/>
              <a:gd name="connsiteY3" fmla="*/ 1693552 h 169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2264" h="1693552">
                <a:moveTo>
                  <a:pt x="0" y="0"/>
                </a:moveTo>
                <a:lnTo>
                  <a:pt x="2112264" y="0"/>
                </a:lnTo>
                <a:lnTo>
                  <a:pt x="2112264" y="1693552"/>
                </a:lnTo>
                <a:lnTo>
                  <a:pt x="0" y="16935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46086219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385925" y="3076305"/>
            <a:ext cx="1407742" cy="1758325"/>
          </a:xfrm>
          <a:custGeom>
            <a:avLst/>
            <a:gdLst>
              <a:gd name="connsiteX0" fmla="*/ 0 w 1407742"/>
              <a:gd name="connsiteY0" fmla="*/ 0 h 1758325"/>
              <a:gd name="connsiteX1" fmla="*/ 1407742 w 1407742"/>
              <a:gd name="connsiteY1" fmla="*/ 0 h 1758325"/>
              <a:gd name="connsiteX2" fmla="*/ 1407742 w 1407742"/>
              <a:gd name="connsiteY2" fmla="*/ 1758325 h 1758325"/>
              <a:gd name="connsiteX3" fmla="*/ 0 w 1407742"/>
              <a:gd name="connsiteY3" fmla="*/ 1758325 h 175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742" h="1758325">
                <a:moveTo>
                  <a:pt x="0" y="0"/>
                </a:moveTo>
                <a:lnTo>
                  <a:pt x="1407742" y="0"/>
                </a:lnTo>
                <a:lnTo>
                  <a:pt x="1407742" y="1758325"/>
                </a:lnTo>
                <a:lnTo>
                  <a:pt x="0" y="17583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6532868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946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299027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513982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729063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9441440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 hasCustomPrompt="1"/>
          </p:nvPr>
        </p:nvSpPr>
        <p:spPr>
          <a:xfrm>
            <a:off x="83946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 hasCustomPrompt="1"/>
          </p:nvPr>
        </p:nvSpPr>
        <p:spPr>
          <a:xfrm>
            <a:off x="299027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 hasCustomPrompt="1"/>
          </p:nvPr>
        </p:nvSpPr>
        <p:spPr>
          <a:xfrm>
            <a:off x="513982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8" hasCustomPrompt="1"/>
          </p:nvPr>
        </p:nvSpPr>
        <p:spPr>
          <a:xfrm>
            <a:off x="729063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9" hasCustomPrompt="1"/>
          </p:nvPr>
        </p:nvSpPr>
        <p:spPr>
          <a:xfrm>
            <a:off x="9441440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76048521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52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06298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8125968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2034540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6099048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10162032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43195484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58529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33238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527720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474634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111067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26699953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1" hasCustomPrompt="1"/>
          </p:nvPr>
        </p:nvSpPr>
        <p:spPr>
          <a:xfrm>
            <a:off x="8412482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5" hasCustomPrompt="1"/>
          </p:nvPr>
        </p:nvSpPr>
        <p:spPr>
          <a:xfrm>
            <a:off x="6133256" y="3168040"/>
            <a:ext cx="2233505" cy="3067940"/>
          </a:xfrm>
          <a:custGeom>
            <a:avLst/>
            <a:gdLst>
              <a:gd name="connsiteX0" fmla="*/ 0 w 2233505"/>
              <a:gd name="connsiteY0" fmla="*/ 0 h 3067940"/>
              <a:gd name="connsiteX1" fmla="*/ 2233505 w 2233505"/>
              <a:gd name="connsiteY1" fmla="*/ 0 h 3067940"/>
              <a:gd name="connsiteX2" fmla="*/ 2233505 w 2233505"/>
              <a:gd name="connsiteY2" fmla="*/ 3067940 h 3067940"/>
              <a:gd name="connsiteX3" fmla="*/ 0 w 2233505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5" h="3067940">
                <a:moveTo>
                  <a:pt x="0" y="0"/>
                </a:moveTo>
                <a:lnTo>
                  <a:pt x="2233505" y="0"/>
                </a:lnTo>
                <a:lnTo>
                  <a:pt x="2233505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6" hasCustomPrompt="1"/>
          </p:nvPr>
        </p:nvSpPr>
        <p:spPr>
          <a:xfrm>
            <a:off x="8412482" y="1604417"/>
            <a:ext cx="2233507" cy="3067940"/>
          </a:xfrm>
          <a:custGeom>
            <a:avLst/>
            <a:gdLst>
              <a:gd name="connsiteX0" fmla="*/ 0 w 2233507"/>
              <a:gd name="connsiteY0" fmla="*/ 0 h 3067940"/>
              <a:gd name="connsiteX1" fmla="*/ 2233507 w 2233507"/>
              <a:gd name="connsiteY1" fmla="*/ 0 h 3067940"/>
              <a:gd name="connsiteX2" fmla="*/ 2233507 w 2233507"/>
              <a:gd name="connsiteY2" fmla="*/ 3067940 h 3067940"/>
              <a:gd name="connsiteX3" fmla="*/ 0 w 2233507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3067940">
                <a:moveTo>
                  <a:pt x="0" y="0"/>
                </a:moveTo>
                <a:lnTo>
                  <a:pt x="2233507" y="0"/>
                </a:lnTo>
                <a:lnTo>
                  <a:pt x="2233507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2" hasCustomPrompt="1"/>
          </p:nvPr>
        </p:nvSpPr>
        <p:spPr>
          <a:xfrm>
            <a:off x="6133256" y="1604417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3854029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1574801" y="4718076"/>
            <a:ext cx="2233506" cy="1517904"/>
          </a:xfrm>
          <a:custGeom>
            <a:avLst/>
            <a:gdLst>
              <a:gd name="connsiteX0" fmla="*/ 0 w 2233506"/>
              <a:gd name="connsiteY0" fmla="*/ 0 h 1517904"/>
              <a:gd name="connsiteX1" fmla="*/ 2233506 w 2233506"/>
              <a:gd name="connsiteY1" fmla="*/ 0 h 1517904"/>
              <a:gd name="connsiteX2" fmla="*/ 2233506 w 2233506"/>
              <a:gd name="connsiteY2" fmla="*/ 1517904 h 1517904"/>
              <a:gd name="connsiteX3" fmla="*/ 0 w 2233506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6" h="1517904">
                <a:moveTo>
                  <a:pt x="0" y="0"/>
                </a:moveTo>
                <a:lnTo>
                  <a:pt x="2233506" y="0"/>
                </a:lnTo>
                <a:lnTo>
                  <a:pt x="2233506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574802" y="1604417"/>
            <a:ext cx="4512733" cy="3067940"/>
          </a:xfrm>
          <a:custGeom>
            <a:avLst/>
            <a:gdLst>
              <a:gd name="connsiteX0" fmla="*/ 0 w 4512733"/>
              <a:gd name="connsiteY0" fmla="*/ 0 h 3067940"/>
              <a:gd name="connsiteX1" fmla="*/ 4512733 w 4512733"/>
              <a:gd name="connsiteY1" fmla="*/ 0 h 3067940"/>
              <a:gd name="connsiteX2" fmla="*/ 4512733 w 4512733"/>
              <a:gd name="connsiteY2" fmla="*/ 3067940 h 3067940"/>
              <a:gd name="connsiteX3" fmla="*/ 0 w 4512733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2733" h="3067940">
                <a:moveTo>
                  <a:pt x="0" y="0"/>
                </a:moveTo>
                <a:lnTo>
                  <a:pt x="4512733" y="0"/>
                </a:lnTo>
                <a:lnTo>
                  <a:pt x="4512733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5947758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838199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2105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799936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838199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442105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799936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9492680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906460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66054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8025649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06460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466054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8025649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6157094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16069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208523" y="1992022"/>
            <a:ext cx="3905795" cy="3905795"/>
          </a:xfrm>
          <a:custGeom>
            <a:avLst/>
            <a:gdLst>
              <a:gd name="connsiteX0" fmla="*/ 0 w 3905795"/>
              <a:gd name="connsiteY0" fmla="*/ 0 h 3905795"/>
              <a:gd name="connsiteX1" fmla="*/ 3905795 w 3905795"/>
              <a:gd name="connsiteY1" fmla="*/ 0 h 3905795"/>
              <a:gd name="connsiteX2" fmla="*/ 3905795 w 3905795"/>
              <a:gd name="connsiteY2" fmla="*/ 3905795 h 3905795"/>
              <a:gd name="connsiteX3" fmla="*/ 0 w 3905795"/>
              <a:gd name="connsiteY3" fmla="*/ 3905795 h 390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795" h="3905795">
                <a:moveTo>
                  <a:pt x="0" y="0"/>
                </a:moveTo>
                <a:lnTo>
                  <a:pt x="3905795" y="0"/>
                </a:lnTo>
                <a:lnTo>
                  <a:pt x="3905795" y="3905795"/>
                </a:lnTo>
                <a:lnTo>
                  <a:pt x="0" y="39057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7135796" y="1992675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911155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82604402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837438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 hasCustomPrompt="1"/>
          </p:nvPr>
        </p:nvSpPr>
        <p:spPr>
          <a:xfrm>
            <a:off x="3477006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 hasCustomPrompt="1"/>
          </p:nvPr>
        </p:nvSpPr>
        <p:spPr>
          <a:xfrm>
            <a:off x="6116574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8756142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3058282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6431" y="2032514"/>
            <a:ext cx="5587469" cy="3726482"/>
          </a:xfrm>
          <a:custGeom>
            <a:avLst/>
            <a:gdLst>
              <a:gd name="connsiteX0" fmla="*/ 0 w 5587469"/>
              <a:gd name="connsiteY0" fmla="*/ 0 h 3726482"/>
              <a:gd name="connsiteX1" fmla="*/ 5587469 w 5587469"/>
              <a:gd name="connsiteY1" fmla="*/ 0 h 3726482"/>
              <a:gd name="connsiteX2" fmla="*/ 5587469 w 5587469"/>
              <a:gd name="connsiteY2" fmla="*/ 3726482 h 3726482"/>
              <a:gd name="connsiteX3" fmla="*/ 0 w 5587469"/>
              <a:gd name="connsiteY3" fmla="*/ 3726482 h 3726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7469" h="3726482">
                <a:moveTo>
                  <a:pt x="0" y="0"/>
                </a:moveTo>
                <a:lnTo>
                  <a:pt x="5587469" y="0"/>
                </a:lnTo>
                <a:lnTo>
                  <a:pt x="5587469" y="3726482"/>
                </a:lnTo>
                <a:lnTo>
                  <a:pt x="0" y="37264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56066484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892993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602300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9311607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13509383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070018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839753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1070018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839753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362187396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4809456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 hasCustomPrompt="1"/>
          </p:nvPr>
        </p:nvSpPr>
        <p:spPr>
          <a:xfrm>
            <a:off x="8780708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838202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4809456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5" hasCustomPrompt="1"/>
          </p:nvPr>
        </p:nvSpPr>
        <p:spPr>
          <a:xfrm>
            <a:off x="8780708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 hasCustomPrompt="1"/>
          </p:nvPr>
        </p:nvSpPr>
        <p:spPr>
          <a:xfrm>
            <a:off x="838202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7" hasCustomPrompt="1"/>
          </p:nvPr>
        </p:nvSpPr>
        <p:spPr>
          <a:xfrm>
            <a:off x="4809456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8" hasCustomPrompt="1"/>
          </p:nvPr>
        </p:nvSpPr>
        <p:spPr>
          <a:xfrm>
            <a:off x="8780708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2701968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" y="3429000"/>
            <a:ext cx="12191999" cy="3429000"/>
          </a:xfrm>
          <a:custGeom>
            <a:avLst/>
            <a:gdLst>
              <a:gd name="connsiteX0" fmla="*/ 0 w 12191999"/>
              <a:gd name="connsiteY0" fmla="*/ 0 h 3429000"/>
              <a:gd name="connsiteX1" fmla="*/ 12191999 w 12191999"/>
              <a:gd name="connsiteY1" fmla="*/ 0 h 3429000"/>
              <a:gd name="connsiteX2" fmla="*/ 12191999 w 12191999"/>
              <a:gd name="connsiteY2" fmla="*/ 3429000 h 3429000"/>
              <a:gd name="connsiteX3" fmla="*/ 0 w 1219199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429000">
                <a:moveTo>
                  <a:pt x="0" y="0"/>
                </a:moveTo>
                <a:lnTo>
                  <a:pt x="12191999" y="0"/>
                </a:lnTo>
                <a:lnTo>
                  <a:pt x="12191999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44444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>
                <a:solidFill>
                  <a:prstClr val="white"/>
                </a:solidFill>
              </a:rPr>
              <a:pPr algn="ctr"/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59003467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&amp; Drop Here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7385046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501008"/>
            <a:ext cx="12192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By: Tusharkumar Trambadiya                                                                     Chapter 2 Hadoop                                            Subject: Big Data Analytics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sz="1400" b="1" dirty="0">
                <a:solidFill>
                  <a:prstClr val="black"/>
                </a:solidFill>
                <a:latin typeface="Roboto" pitchFamily="2" charset="0"/>
                <a:ea typeface="Roboto" pitchFamily="2" charset="0"/>
              </a:rPr>
              <a:t>3170722 </a:t>
            </a:r>
          </a:p>
        </p:txBody>
      </p:sp>
    </p:spTree>
    <p:extLst>
      <p:ext uri="{BB962C8B-B14F-4D97-AF65-F5344CB8AC3E}">
        <p14:creationId xmlns:p14="http://schemas.microsoft.com/office/powerpoint/2010/main" val="1999282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152">
          <p15:clr>
            <a:srgbClr val="FBAE40"/>
          </p15:clr>
        </p15:guide>
        <p15:guide id="3" pos="528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2_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ftr" idx="11"/>
          </p:nvPr>
        </p:nvSpPr>
        <p:spPr>
          <a:xfrm>
            <a:off x="4145280" y="6377939"/>
            <a:ext cx="39014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0"/>
          <p:cNvSpPr txBox="1">
            <a:spLocks noGrp="1"/>
          </p:cNvSpPr>
          <p:nvPr>
            <p:ph type="dt" idx="10"/>
          </p:nvPr>
        </p:nvSpPr>
        <p:spPr>
          <a:xfrm>
            <a:off x="609600" y="6377939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632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12808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8357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4611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572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0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59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Relationship Id="rId60" Type="http://schemas.openxmlformats.org/officeDocument/2006/relationships/theme" Target="../theme/theme2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900">
              <a:srgbClr val="C8DAE2"/>
            </a:gs>
            <a:gs pos="0">
              <a:srgbClr val="C1D5D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177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75" y="1064712"/>
            <a:ext cx="10985325" cy="5112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A517C-F1B1-BF40-82AE-31F321B16473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93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  <p:sldLayoutId id="2147483727" r:id="rId43"/>
    <p:sldLayoutId id="2147483728" r:id="rId44"/>
    <p:sldLayoutId id="2147483785" r:id="rId4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900">
              <a:srgbClr val="C8DAE2"/>
            </a:gs>
            <a:gs pos="0">
              <a:srgbClr val="C1D5D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A2AF1FA-1B28-CAC4-B2BC-A19513E0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0496A9-6E8D-EB9F-F0B0-3D9EFA21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430799-3861-54D0-9C90-EF3886A3C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5A9B1-E73E-43C5-B967-2A852AAF5896}" type="datetimeFigureOut">
              <a:rPr lang="en-IN" smtClean="0"/>
              <a:t>03-05-2025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F31E77-A977-83AE-71CD-D303309DF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D96208-07DD-75B1-FD19-0755449D2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454C4-7B25-4EA9-8E88-AD7E397AD2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27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1" r:id="rId52"/>
    <p:sldLayoutId id="2147483782" r:id="rId53"/>
    <p:sldLayoutId id="2147483783" r:id="rId54"/>
    <p:sldLayoutId id="2147483784" r:id="rId55"/>
    <p:sldLayoutId id="2147483786" r:id="rId56"/>
    <p:sldLayoutId id="2147483787" r:id="rId57"/>
    <p:sldLayoutId id="2147483788" r:id="rId58"/>
    <p:sldLayoutId id="2147483789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1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1474292"/>
            <a:ext cx="6223794" cy="176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Powering the Future: Batteries for Electric Vehicles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5270104" y="3533477"/>
            <a:ext cx="622379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Electric vehicles are rapidly transforming the automotive landscape. Batteries play a crucial role in this transition. The global EV market is expected to grow at a rate of 40% annually through 2030. Meeting this demand will require massive investments in battery production.</a:t>
            </a:r>
            <a:endParaRPr lang="en-US" sz="1542" dirty="0"/>
          </a:p>
        </p:txBody>
      </p:sp>
    </p:spTree>
    <p:extLst>
      <p:ext uri="{BB962C8B-B14F-4D97-AF65-F5344CB8AC3E}">
        <p14:creationId xmlns:p14="http://schemas.microsoft.com/office/powerpoint/2010/main" val="322025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4" y="1046957"/>
            <a:ext cx="10498336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Factors Affecting Battery Life and Range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1859955" y="2303364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Temperature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98104" y="2716312"/>
            <a:ext cx="350867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Extreme temps reduce performance. Optimal: 15-35°C (59-95°F).</a:t>
            </a:r>
            <a:endParaRPr lang="en-US" sz="154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776" y="2032595"/>
            <a:ext cx="3778448" cy="3778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67722" y="3058518"/>
            <a:ext cx="2804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208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208" dirty="0"/>
          </a:p>
        </p:txBody>
      </p:sp>
      <p:sp>
        <p:nvSpPr>
          <p:cNvPr id="7" name="Text 4"/>
          <p:cNvSpPr/>
          <p:nvPr/>
        </p:nvSpPr>
        <p:spPr>
          <a:xfrm>
            <a:off x="7985225" y="2303364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Driving Habits</a:t>
            </a:r>
            <a:endParaRPr lang="en-US" sz="1833" dirty="0"/>
          </a:p>
        </p:txBody>
      </p:sp>
      <p:sp>
        <p:nvSpPr>
          <p:cNvPr id="8" name="Text 5"/>
          <p:cNvSpPr/>
          <p:nvPr/>
        </p:nvSpPr>
        <p:spPr>
          <a:xfrm>
            <a:off x="7985224" y="2716312"/>
            <a:ext cx="350867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Aggressive driving reduces range. Smooth driving improves efficiency.</a:t>
            </a:r>
            <a:endParaRPr lang="en-US" sz="1542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776" y="2032595"/>
            <a:ext cx="3778448" cy="3778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43588" y="3058518"/>
            <a:ext cx="2804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208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208" dirty="0"/>
          </a:p>
        </p:txBody>
      </p:sp>
      <p:sp>
        <p:nvSpPr>
          <p:cNvPr id="11" name="Text 7"/>
          <p:cNvSpPr/>
          <p:nvPr/>
        </p:nvSpPr>
        <p:spPr>
          <a:xfrm>
            <a:off x="7985224" y="4342210"/>
            <a:ext cx="276780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State of Charge (SoC)</a:t>
            </a:r>
            <a:endParaRPr lang="en-US" sz="1833" dirty="0"/>
          </a:p>
        </p:txBody>
      </p:sp>
      <p:sp>
        <p:nvSpPr>
          <p:cNvPr id="12" name="Text 8"/>
          <p:cNvSpPr/>
          <p:nvPr/>
        </p:nvSpPr>
        <p:spPr>
          <a:xfrm>
            <a:off x="7985224" y="4755158"/>
            <a:ext cx="350867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Optimal SoC extends life. Avoid 100% or 0% regularly.</a:t>
            </a:r>
            <a:endParaRPr lang="en-US" sz="154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776" y="2032595"/>
            <a:ext cx="3778448" cy="3778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3588" y="4434384"/>
            <a:ext cx="2804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208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208" dirty="0"/>
          </a:p>
        </p:txBody>
      </p:sp>
      <p:sp>
        <p:nvSpPr>
          <p:cNvPr id="15" name="Text 10"/>
          <p:cNvSpPr/>
          <p:nvPr/>
        </p:nvSpPr>
        <p:spPr>
          <a:xfrm>
            <a:off x="698104" y="4195564"/>
            <a:ext cx="3508673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Battery Management System (BMS)</a:t>
            </a:r>
            <a:endParaRPr lang="en-US" sz="1833" dirty="0"/>
          </a:p>
        </p:txBody>
      </p:sp>
      <p:sp>
        <p:nvSpPr>
          <p:cNvPr id="16" name="Text 11"/>
          <p:cNvSpPr/>
          <p:nvPr/>
        </p:nvSpPr>
        <p:spPr>
          <a:xfrm>
            <a:off x="698104" y="4901804"/>
            <a:ext cx="350867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Monitors and optimizes battery performance to prevent issues.</a:t>
            </a:r>
            <a:endParaRPr lang="en-US" sz="1542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776" y="2032595"/>
            <a:ext cx="3778448" cy="37784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67722" y="4434384"/>
            <a:ext cx="2804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208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208" dirty="0"/>
          </a:p>
        </p:txBody>
      </p:sp>
    </p:spTree>
    <p:extLst>
      <p:ext uri="{BB962C8B-B14F-4D97-AF65-F5344CB8AC3E}">
        <p14:creationId xmlns:p14="http://schemas.microsoft.com/office/powerpoint/2010/main" val="387090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969" y="303604"/>
            <a:ext cx="4128168" cy="61922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3" y="577196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Technologies Behind This Model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698103" y="2466162"/>
            <a:ext cx="286861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endParaRPr lang="en-US" sz="1542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10694" y="5289292"/>
            <a:ext cx="286861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endParaRPr lang="en-US" sz="1542" dirty="0"/>
          </a:p>
        </p:txBody>
      </p:sp>
      <p:sp>
        <p:nvSpPr>
          <p:cNvPr id="8" name="Text 5"/>
          <p:cNvSpPr/>
          <p:nvPr/>
        </p:nvSpPr>
        <p:spPr>
          <a:xfrm>
            <a:off x="4116278" y="4196294"/>
            <a:ext cx="286861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endParaRPr lang="en-US" sz="1542" dirty="0"/>
          </a:p>
        </p:txBody>
      </p:sp>
      <p:sp>
        <p:nvSpPr>
          <p:cNvPr id="11" name="Text 7"/>
          <p:cNvSpPr/>
          <p:nvPr/>
        </p:nvSpPr>
        <p:spPr>
          <a:xfrm>
            <a:off x="1116906" y="5359499"/>
            <a:ext cx="1384895" cy="349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8"/>
              </a:lnSpc>
            </a:pPr>
            <a:endParaRPr lang="en-US" sz="1958" dirty="0"/>
          </a:p>
        </p:txBody>
      </p:sp>
      <p:sp>
        <p:nvSpPr>
          <p:cNvPr id="12" name="Freeform 9" descr="preencoded.png"/>
          <p:cNvSpPr/>
          <p:nvPr/>
        </p:nvSpPr>
        <p:spPr>
          <a:xfrm>
            <a:off x="1304388" y="207318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Rectangle 13"/>
          <p:cNvSpPr/>
          <p:nvPr/>
        </p:nvSpPr>
        <p:spPr>
          <a:xfrm>
            <a:off x="1207343" y="2622243"/>
            <a:ext cx="902811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437"/>
              </a:lnSpc>
            </a:pPr>
            <a:r>
              <a:rPr lang="en-US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835" y="3196650"/>
            <a:ext cx="215894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Primary programming language for bot development.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4998417" y="2073186"/>
            <a:ext cx="698376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Rectangle 16"/>
          <p:cNvSpPr/>
          <p:nvPr/>
        </p:nvSpPr>
        <p:spPr>
          <a:xfrm>
            <a:off x="4717118" y="2643494"/>
            <a:ext cx="1351652" cy="4719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EV Dataset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17118" y="3196650"/>
            <a:ext cx="162611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Real Time EV dataset including various factors 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Freeform 23" descr="preencoded.png"/>
          <p:cNvSpPr/>
          <p:nvPr/>
        </p:nvSpPr>
        <p:spPr>
          <a:xfrm>
            <a:off x="3210496" y="3935314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Rectangle 19"/>
          <p:cNvSpPr/>
          <p:nvPr/>
        </p:nvSpPr>
        <p:spPr>
          <a:xfrm>
            <a:off x="2613313" y="4644034"/>
            <a:ext cx="1903085" cy="4719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Prediction model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30220" y="5225422"/>
            <a:ext cx="16968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 prediction model that intake various factors and predict the range.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</p:spTree>
    <p:extLst>
      <p:ext uri="{BB962C8B-B14F-4D97-AF65-F5344CB8AC3E}">
        <p14:creationId xmlns:p14="http://schemas.microsoft.com/office/powerpoint/2010/main" val="423065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5534" y="647622"/>
            <a:ext cx="7539931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83"/>
              </a:lnSpc>
            </a:pPr>
            <a:r>
              <a:rPr lang="en-US" sz="3667" b="1" dirty="0" smtClean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3667" dirty="0"/>
          </a:p>
        </p:txBody>
      </p:sp>
      <p:sp>
        <p:nvSpPr>
          <p:cNvPr id="4" name="Text 2"/>
          <p:cNvSpPr/>
          <p:nvPr/>
        </p:nvSpPr>
        <p:spPr>
          <a:xfrm>
            <a:off x="1346299" y="1777724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Inputs</a:t>
            </a:r>
            <a:endParaRPr lang="en-US" sz="1833" dirty="0"/>
          </a:p>
        </p:txBody>
      </p:sp>
      <p:sp>
        <p:nvSpPr>
          <p:cNvPr id="5" name="Text 3"/>
          <p:cNvSpPr/>
          <p:nvPr/>
        </p:nvSpPr>
        <p:spPr>
          <a:xfrm>
            <a:off x="1346298" y="2190672"/>
            <a:ext cx="2817416" cy="71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Takes input from the user about their specifications of </a:t>
            </a:r>
            <a:r>
              <a:rPr lang="en-US" sz="1542" dirty="0" err="1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</a:t>
            </a: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cars.</a:t>
            </a:r>
            <a:endParaRPr lang="en-US" sz="1542" dirty="0"/>
          </a:p>
        </p:txBody>
      </p:sp>
      <p:sp>
        <p:nvSpPr>
          <p:cNvPr id="6" name="Shape 4"/>
          <p:cNvSpPr/>
          <p:nvPr/>
        </p:nvSpPr>
        <p:spPr>
          <a:xfrm>
            <a:off x="4363144" y="2611140"/>
            <a:ext cx="448767" cy="44876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5011341" y="2611140"/>
            <a:ext cx="25351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Federated Learning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5011341" y="3024089"/>
            <a:ext cx="28174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Collaborative model training without data sharing.</a:t>
            </a:r>
            <a:endParaRPr lang="en-US" sz="1542" dirty="0"/>
          </a:p>
        </p:txBody>
      </p:sp>
      <p:sp>
        <p:nvSpPr>
          <p:cNvPr id="9" name="Shape 7"/>
          <p:cNvSpPr/>
          <p:nvPr/>
        </p:nvSpPr>
        <p:spPr>
          <a:xfrm>
            <a:off x="8028186" y="2611140"/>
            <a:ext cx="448767" cy="44876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8676382" y="261114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Transfer Learning</a:t>
            </a:r>
            <a:endParaRPr lang="en-US" sz="1833" dirty="0"/>
          </a:p>
        </p:txBody>
      </p:sp>
      <p:sp>
        <p:nvSpPr>
          <p:cNvPr id="11" name="Text 9"/>
          <p:cNvSpPr/>
          <p:nvPr/>
        </p:nvSpPr>
        <p:spPr>
          <a:xfrm>
            <a:off x="8676382" y="3024089"/>
            <a:ext cx="28174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Adapting pre-trained models to new EMS applications.</a:t>
            </a:r>
            <a:endParaRPr lang="en-US" sz="1542" dirty="0"/>
          </a:p>
        </p:txBody>
      </p:sp>
      <p:sp>
        <p:nvSpPr>
          <p:cNvPr id="12" name="Shape 10"/>
          <p:cNvSpPr/>
          <p:nvPr/>
        </p:nvSpPr>
        <p:spPr>
          <a:xfrm>
            <a:off x="698102" y="3438078"/>
            <a:ext cx="448767" cy="44876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1346298" y="3515815"/>
            <a:ext cx="27700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Collect and calculates the data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1346298" y="3860785"/>
            <a:ext cx="464998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Collect .</a:t>
            </a:r>
            <a:endParaRPr lang="en-US" sz="1542" dirty="0"/>
          </a:p>
        </p:txBody>
      </p:sp>
      <p:sp>
        <p:nvSpPr>
          <p:cNvPr id="15" name="Shape 13"/>
          <p:cNvSpPr/>
          <p:nvPr/>
        </p:nvSpPr>
        <p:spPr>
          <a:xfrm>
            <a:off x="6195715" y="4724598"/>
            <a:ext cx="448767" cy="44876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6" name="Text 14"/>
          <p:cNvSpPr/>
          <p:nvPr/>
        </p:nvSpPr>
        <p:spPr>
          <a:xfrm>
            <a:off x="6843911" y="4724599"/>
            <a:ext cx="292308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Robust and Secure ML</a:t>
            </a:r>
            <a:endParaRPr lang="en-US" sz="1833" dirty="0"/>
          </a:p>
        </p:txBody>
      </p:sp>
      <p:sp>
        <p:nvSpPr>
          <p:cNvPr id="17" name="Text 15"/>
          <p:cNvSpPr/>
          <p:nvPr/>
        </p:nvSpPr>
        <p:spPr>
          <a:xfrm>
            <a:off x="6843911" y="5137547"/>
            <a:ext cx="464998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Reliable EMS operation in the presence of attacks.</a:t>
            </a:r>
            <a:endParaRPr lang="en-US" sz="1542" dirty="0"/>
          </a:p>
        </p:txBody>
      </p:sp>
    </p:spTree>
    <p:extLst>
      <p:ext uri="{BB962C8B-B14F-4D97-AF65-F5344CB8AC3E}">
        <p14:creationId xmlns:p14="http://schemas.microsoft.com/office/powerpoint/2010/main" val="183509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46779" y="301056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937"/>
              </a:lnSpc>
            </a:pPr>
            <a:r>
              <a:rPr lang="en-US" sz="3600" b="1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</a:p>
        </p:txBody>
      </p:sp>
      <p:sp>
        <p:nvSpPr>
          <p:cNvPr id="4" name="Text 1"/>
          <p:cNvSpPr/>
          <p:nvPr/>
        </p:nvSpPr>
        <p:spPr>
          <a:xfrm>
            <a:off x="706195" y="2352873"/>
            <a:ext cx="286861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endParaRPr lang="en-US" sz="1542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18786" y="5176003"/>
            <a:ext cx="286861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endParaRPr lang="en-US" sz="1542" dirty="0"/>
          </a:p>
        </p:txBody>
      </p:sp>
      <p:sp>
        <p:nvSpPr>
          <p:cNvPr id="11" name="Text 7"/>
          <p:cNvSpPr/>
          <p:nvPr/>
        </p:nvSpPr>
        <p:spPr>
          <a:xfrm>
            <a:off x="1124998" y="5246210"/>
            <a:ext cx="1384895" cy="349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8"/>
              </a:lnSpc>
            </a:pPr>
            <a:endParaRPr lang="en-US" sz="1958" dirty="0"/>
          </a:p>
        </p:txBody>
      </p:sp>
      <p:sp>
        <p:nvSpPr>
          <p:cNvPr id="14" name="Rectangle 13"/>
          <p:cNvSpPr/>
          <p:nvPr/>
        </p:nvSpPr>
        <p:spPr>
          <a:xfrm>
            <a:off x="2145375" y="1229982"/>
            <a:ext cx="1944755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Data Acquisition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Freeform 9" descr="preencoded.png"/>
          <p:cNvSpPr/>
          <p:nvPr/>
        </p:nvSpPr>
        <p:spPr>
          <a:xfrm>
            <a:off x="1146151" y="1252887"/>
            <a:ext cx="773319" cy="952992"/>
          </a:xfrm>
          <a:custGeom>
            <a:avLst/>
            <a:gdLst/>
            <a:ahLst/>
            <a:cxnLst/>
            <a:rect l="l" t="t" r="r" b="b"/>
            <a:pathLst>
              <a:path w="1009799" h="1211759">
                <a:moveTo>
                  <a:pt x="0" y="0"/>
                </a:moveTo>
                <a:lnTo>
                  <a:pt x="1009799" y="0"/>
                </a:lnTo>
                <a:lnTo>
                  <a:pt x="1009799" y="1211759"/>
                </a:lnTo>
                <a:lnTo>
                  <a:pt x="0" y="1211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" r="-78"/>
            </a:stretch>
          </a:blipFill>
        </p:spPr>
      </p:sp>
      <p:sp>
        <p:nvSpPr>
          <p:cNvPr id="5" name="Rectangle 4"/>
          <p:cNvSpPr/>
          <p:nvPr/>
        </p:nvSpPr>
        <p:spPr>
          <a:xfrm>
            <a:off x="2140501" y="1678410"/>
            <a:ext cx="611218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99"/>
              </a:lnSpc>
            </a:pPr>
            <a:r>
              <a:rPr lang="en-US" sz="140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Fetch </a:t>
            </a:r>
            <a:r>
              <a:rPr lang="en-US" sz="1400" dirty="0" smtClean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data from the dataset and take the input of the variables.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23" name="Freeform 16" descr="preencoded.png"/>
          <p:cNvSpPr/>
          <p:nvPr/>
        </p:nvSpPr>
        <p:spPr>
          <a:xfrm>
            <a:off x="1146151" y="2205879"/>
            <a:ext cx="773319" cy="1014751"/>
          </a:xfrm>
          <a:custGeom>
            <a:avLst/>
            <a:gdLst/>
            <a:ahLst/>
            <a:cxnLst/>
            <a:rect l="l" t="t" r="r" b="b"/>
            <a:pathLst>
              <a:path w="1009799" h="1211759">
                <a:moveTo>
                  <a:pt x="0" y="0"/>
                </a:moveTo>
                <a:lnTo>
                  <a:pt x="1009799" y="0"/>
                </a:lnTo>
                <a:lnTo>
                  <a:pt x="1009799" y="1211758"/>
                </a:lnTo>
                <a:lnTo>
                  <a:pt x="0" y="1211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" r="-78"/>
            </a:stretch>
          </a:blipFill>
        </p:spPr>
      </p:sp>
      <p:sp>
        <p:nvSpPr>
          <p:cNvPr id="7" name="Rectangle 6"/>
          <p:cNvSpPr/>
          <p:nvPr/>
        </p:nvSpPr>
        <p:spPr>
          <a:xfrm>
            <a:off x="2140501" y="2298024"/>
            <a:ext cx="2929007" cy="3757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Data Pre-processing Layer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40501" y="2672059"/>
            <a:ext cx="6096000" cy="4129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99"/>
              </a:lnSpc>
            </a:pPr>
            <a:r>
              <a:rPr lang="en-US" sz="1400" dirty="0" smtClean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Analyze the variables and processing it for further prediction.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25" name="Freeform 16" descr="preencoded.png"/>
          <p:cNvSpPr/>
          <p:nvPr/>
        </p:nvSpPr>
        <p:spPr>
          <a:xfrm>
            <a:off x="1146151" y="3220630"/>
            <a:ext cx="773319" cy="1014751"/>
          </a:xfrm>
          <a:custGeom>
            <a:avLst/>
            <a:gdLst/>
            <a:ahLst/>
            <a:cxnLst/>
            <a:rect l="l" t="t" r="r" b="b"/>
            <a:pathLst>
              <a:path w="1009799" h="1211759">
                <a:moveTo>
                  <a:pt x="0" y="0"/>
                </a:moveTo>
                <a:lnTo>
                  <a:pt x="1009799" y="0"/>
                </a:lnTo>
                <a:lnTo>
                  <a:pt x="1009799" y="1211758"/>
                </a:lnTo>
                <a:lnTo>
                  <a:pt x="0" y="1211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" r="-78"/>
            </a:stretch>
          </a:blipFill>
        </p:spPr>
      </p:sp>
      <p:sp>
        <p:nvSpPr>
          <p:cNvPr id="13" name="Rectangle 12"/>
          <p:cNvSpPr/>
          <p:nvPr/>
        </p:nvSpPr>
        <p:spPr>
          <a:xfrm>
            <a:off x="1343278" y="3482159"/>
            <a:ext cx="364141" cy="442478"/>
          </a:xfrm>
          <a:prstGeom prst="rect">
            <a:avLst/>
          </a:prstGeom>
          <a:solidFill>
            <a:srgbClr val="31136C"/>
          </a:solidFill>
          <a:ln>
            <a:solidFill>
              <a:srgbClr val="311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8890" y="3571548"/>
            <a:ext cx="312915" cy="31291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145375" y="3294287"/>
            <a:ext cx="1774845" cy="3757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Prediction layer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40501" y="3686644"/>
            <a:ext cx="6096000" cy="3736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99"/>
              </a:lnSpc>
            </a:pPr>
            <a:r>
              <a:rPr lang="en-US" sz="14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Prediction layer predict the range accurately.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28" name="Freeform 16" descr="preencoded.png"/>
          <p:cNvSpPr/>
          <p:nvPr/>
        </p:nvSpPr>
        <p:spPr>
          <a:xfrm>
            <a:off x="1146151" y="4235381"/>
            <a:ext cx="773319" cy="1014751"/>
          </a:xfrm>
          <a:custGeom>
            <a:avLst/>
            <a:gdLst/>
            <a:ahLst/>
            <a:cxnLst/>
            <a:rect l="l" t="t" r="r" b="b"/>
            <a:pathLst>
              <a:path w="1009799" h="1211759">
                <a:moveTo>
                  <a:pt x="0" y="0"/>
                </a:moveTo>
                <a:lnTo>
                  <a:pt x="1009799" y="0"/>
                </a:lnTo>
                <a:lnTo>
                  <a:pt x="1009799" y="1211758"/>
                </a:lnTo>
                <a:lnTo>
                  <a:pt x="0" y="1211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" r="-78"/>
            </a:stretch>
          </a:blipFill>
        </p:spPr>
      </p:sp>
      <p:sp>
        <p:nvSpPr>
          <p:cNvPr id="29" name="Rectangle 28"/>
          <p:cNvSpPr/>
          <p:nvPr/>
        </p:nvSpPr>
        <p:spPr>
          <a:xfrm>
            <a:off x="1368890" y="4547724"/>
            <a:ext cx="338529" cy="420786"/>
          </a:xfrm>
          <a:prstGeom prst="rect">
            <a:avLst/>
          </a:prstGeom>
          <a:solidFill>
            <a:srgbClr val="31136C"/>
          </a:solidFill>
          <a:ln>
            <a:solidFill>
              <a:srgbClr val="311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8890" y="4576088"/>
            <a:ext cx="337528" cy="33752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140501" y="4271682"/>
            <a:ext cx="1633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37"/>
              </a:lnSpc>
            </a:pP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Decision layer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40501" y="4647974"/>
            <a:ext cx="4044697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99"/>
              </a:lnSpc>
            </a:pPr>
            <a:r>
              <a:rPr lang="en-US" sz="1400" dirty="0" smtClean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After predicting the model reaches a fix decision.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33" name="Freeform 30" descr="preencoded.png"/>
          <p:cNvSpPr/>
          <p:nvPr/>
        </p:nvSpPr>
        <p:spPr>
          <a:xfrm>
            <a:off x="1146151" y="5254424"/>
            <a:ext cx="794472" cy="1027766"/>
          </a:xfrm>
          <a:custGeom>
            <a:avLst/>
            <a:gdLst/>
            <a:ahLst/>
            <a:cxnLst/>
            <a:rect l="l" t="t" r="r" b="b"/>
            <a:pathLst>
              <a:path w="1009799" h="1211759">
                <a:moveTo>
                  <a:pt x="0" y="0"/>
                </a:moveTo>
                <a:lnTo>
                  <a:pt x="1009799" y="0"/>
                </a:lnTo>
                <a:lnTo>
                  <a:pt x="1009799" y="1211759"/>
                </a:lnTo>
                <a:lnTo>
                  <a:pt x="0" y="12117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8" r="-78"/>
            </a:stretch>
          </a:blipFill>
        </p:spPr>
      </p:sp>
      <p:sp>
        <p:nvSpPr>
          <p:cNvPr id="34" name="Rectangle 33"/>
          <p:cNvSpPr/>
          <p:nvPr/>
        </p:nvSpPr>
        <p:spPr>
          <a:xfrm>
            <a:off x="2144480" y="5383893"/>
            <a:ext cx="8771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37"/>
              </a:lnSpc>
            </a:pPr>
            <a:r>
              <a:rPr lang="en-US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dirty="0" smtClean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utput</a:t>
            </a:r>
            <a:endParaRPr lang="en-US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40501" y="5707215"/>
            <a:ext cx="4612160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99"/>
              </a:lnSpc>
            </a:pPr>
            <a:r>
              <a:rPr lang="en-US" sz="1400" dirty="0" smtClean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Output the decision and prediction with all the variables.</a:t>
            </a:r>
            <a:endParaRPr lang="en-US" sz="1400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</p:spTree>
    <p:extLst>
      <p:ext uri="{BB962C8B-B14F-4D97-AF65-F5344CB8AC3E}">
        <p14:creationId xmlns:p14="http://schemas.microsoft.com/office/powerpoint/2010/main" val="9068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698104" y="869252"/>
            <a:ext cx="10795793" cy="587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83"/>
              </a:lnSpc>
            </a:pPr>
            <a:r>
              <a:rPr lang="en-US" sz="3667" b="1" dirty="0" smtClean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Methodology for range prediction</a:t>
            </a:r>
            <a:endParaRPr lang="en-US" sz="3667" dirty="0"/>
          </a:p>
        </p:txBody>
      </p:sp>
      <p:sp>
        <p:nvSpPr>
          <p:cNvPr id="12" name="Text 1"/>
          <p:cNvSpPr/>
          <p:nvPr/>
        </p:nvSpPr>
        <p:spPr>
          <a:xfrm>
            <a:off x="1766253" y="4673038"/>
            <a:ext cx="256043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92"/>
              </a:lnSpc>
              <a:buFont typeface="Arial" panose="020B0604020202020204" pitchFamily="34" charset="0"/>
              <a:buChar char="•"/>
            </a:pPr>
            <a:r>
              <a:rPr lang="en-US" sz="1833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Predictive Modeling</a:t>
            </a:r>
            <a:endParaRPr lang="en-US" sz="1833" dirty="0"/>
          </a:p>
        </p:txBody>
      </p:sp>
      <p:sp>
        <p:nvSpPr>
          <p:cNvPr id="14" name="Rectangle 13"/>
          <p:cNvSpPr/>
          <p:nvPr/>
        </p:nvSpPr>
        <p:spPr>
          <a:xfrm>
            <a:off x="1766253" y="2081434"/>
            <a:ext cx="2204450" cy="372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2292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selection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044587" y="2569486"/>
            <a:ext cx="2282105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Explore regression </a:t>
            </a:r>
            <a:r>
              <a:rPr lang="en-US" sz="14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4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 made a comparison with every aspect of the BMS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044587" y="5071525"/>
            <a:ext cx="2655155" cy="699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sz="14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Simple INT based prediction model.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665" y="1925903"/>
            <a:ext cx="4149749" cy="411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4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6184"/>
            <a:ext cx="12192000" cy="717932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61493" y="854968"/>
            <a:ext cx="6385619" cy="590649"/>
            <a:chOff x="0" y="0"/>
            <a:chExt cx="12771238" cy="1181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1238" cy="1181298"/>
            </a:xfrm>
            <a:custGeom>
              <a:avLst/>
              <a:gdLst/>
              <a:ahLst/>
              <a:cxnLst/>
              <a:rect l="l" t="t" r="r" b="b"/>
              <a:pathLst>
                <a:path w="12771238" h="1181298">
                  <a:moveTo>
                    <a:pt x="0" y="0"/>
                  </a:moveTo>
                  <a:lnTo>
                    <a:pt x="12771238" y="0"/>
                  </a:lnTo>
                  <a:lnTo>
                    <a:pt x="1277123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771238" cy="12193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4625"/>
                </a:lnSpc>
              </a:pPr>
              <a:r>
                <a:rPr lang="en-US" sz="3708" dirty="0" smtClean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Execution </a:t>
              </a:r>
              <a:r>
                <a:rPr lang="en-US" sz="3708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2517128" y="2225926"/>
            <a:ext cx="1793379" cy="1089124"/>
          </a:xfrm>
          <a:custGeom>
            <a:avLst/>
            <a:gdLst/>
            <a:ahLst/>
            <a:cxnLst/>
            <a:rect l="l" t="t" r="r" b="b"/>
            <a:pathLst>
              <a:path w="2690069" h="1633686">
                <a:moveTo>
                  <a:pt x="0" y="0"/>
                </a:moveTo>
                <a:lnTo>
                  <a:pt x="2690069" y="0"/>
                </a:lnTo>
                <a:lnTo>
                  <a:pt x="2690069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6" b="-216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245641" y="2336998"/>
            <a:ext cx="265909" cy="786054"/>
            <a:chOff x="-204" y="0"/>
            <a:chExt cx="531817" cy="15721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-204" y="793440"/>
              <a:ext cx="531613" cy="778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33"/>
                </a:lnSpc>
              </a:pPr>
              <a:r>
                <a:rPr lang="en-US" sz="2083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64348" y="2028840"/>
            <a:ext cx="2865338" cy="467806"/>
            <a:chOff x="0" y="0"/>
            <a:chExt cx="5730677" cy="14017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30677" cy="590550"/>
            </a:xfrm>
            <a:custGeom>
              <a:avLst/>
              <a:gdLst/>
              <a:ahLst/>
              <a:cxnLst/>
              <a:rect l="l" t="t" r="r" b="b"/>
              <a:pathLst>
                <a:path w="5730677" h="590550">
                  <a:moveTo>
                    <a:pt x="0" y="0"/>
                  </a:moveTo>
                  <a:lnTo>
                    <a:pt x="5730677" y="0"/>
                  </a:lnTo>
                  <a:lnTo>
                    <a:pt x="573067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792140"/>
              <a:ext cx="5730677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3437"/>
                </a:lnSpc>
              </a:pPr>
              <a:r>
                <a:rPr lang="en-US" sz="2000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Acquisition</a:t>
              </a:r>
              <a:endPara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4348" y="2817966"/>
            <a:ext cx="2865338" cy="345282"/>
            <a:chOff x="0" y="-85724"/>
            <a:chExt cx="5730677" cy="6905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30677" cy="604838"/>
            </a:xfrm>
            <a:custGeom>
              <a:avLst/>
              <a:gdLst/>
              <a:ahLst/>
              <a:cxnLst/>
              <a:rect l="l" t="t" r="r" b="b"/>
              <a:pathLst>
                <a:path w="5730677" h="604838">
                  <a:moveTo>
                    <a:pt x="0" y="0"/>
                  </a:moveTo>
                  <a:lnTo>
                    <a:pt x="5730677" y="0"/>
                  </a:lnTo>
                  <a:lnTo>
                    <a:pt x="57306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4"/>
              <a:ext cx="5730677" cy="6905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1458" dirty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D</a:t>
              </a: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ataset includes vehicle related information</a:t>
              </a: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10507" y="3409556"/>
            <a:ext cx="7160717" cy="12700"/>
            <a:chOff x="0" y="0"/>
            <a:chExt cx="14321433" cy="25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321410" cy="25400"/>
            </a:xfrm>
            <a:custGeom>
              <a:avLst/>
              <a:gdLst/>
              <a:ahLst/>
              <a:cxnLst/>
              <a:rect l="l" t="t" r="r" b="b"/>
              <a:pathLst>
                <a:path w="1432141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1585167" y="3429000"/>
            <a:ext cx="3586757" cy="1089124"/>
          </a:xfrm>
          <a:custGeom>
            <a:avLst/>
            <a:gdLst/>
            <a:ahLst/>
            <a:cxnLst/>
            <a:rect l="l" t="t" r="r" b="b"/>
            <a:pathLst>
              <a:path w="5380136" h="1633686">
                <a:moveTo>
                  <a:pt x="0" y="0"/>
                </a:moveTo>
                <a:lnTo>
                  <a:pt x="5380136" y="0"/>
                </a:lnTo>
                <a:lnTo>
                  <a:pt x="5380136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" b="-127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3245641" y="3807470"/>
            <a:ext cx="265807" cy="332184"/>
            <a:chOff x="0" y="0"/>
            <a:chExt cx="531613" cy="664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14300"/>
              <a:ext cx="531613" cy="778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33"/>
                </a:lnSpc>
              </a:pPr>
              <a:r>
                <a:rPr lang="en-US" sz="2083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61087" y="3514429"/>
            <a:ext cx="2933249" cy="304800"/>
            <a:chOff x="0" y="-19050"/>
            <a:chExt cx="3657005" cy="609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57005" cy="590550"/>
            </a:xfrm>
            <a:custGeom>
              <a:avLst/>
              <a:gdLst/>
              <a:ahLst/>
              <a:cxnLst/>
              <a:rect l="l" t="t" r="r" b="b"/>
              <a:pathLst>
                <a:path w="3657005" h="590550">
                  <a:moveTo>
                    <a:pt x="0" y="0"/>
                  </a:moveTo>
                  <a:lnTo>
                    <a:pt x="3657005" y="0"/>
                  </a:lnTo>
                  <a:lnTo>
                    <a:pt x="365700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3657005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291"/>
                </a:lnSpc>
              </a:pPr>
              <a:r>
                <a:rPr lang="en-US" sz="1833" dirty="0" smtClean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Comparison and predication</a:t>
              </a:r>
              <a:endParaRPr lang="en-US" sz="1833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61087" y="4057987"/>
            <a:ext cx="4462644" cy="302419"/>
            <a:chOff x="0" y="0"/>
            <a:chExt cx="3657005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57005" cy="604838"/>
            </a:xfrm>
            <a:custGeom>
              <a:avLst/>
              <a:gdLst/>
              <a:ahLst/>
              <a:cxnLst/>
              <a:rect l="l" t="t" r="r" b="b"/>
              <a:pathLst>
                <a:path w="3657005" h="604838">
                  <a:moveTo>
                    <a:pt x="0" y="0"/>
                  </a:moveTo>
                  <a:lnTo>
                    <a:pt x="3657005" y="0"/>
                  </a:lnTo>
                  <a:lnTo>
                    <a:pt x="365700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365700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The data is than being compared and with a regression model predict the range</a:t>
              </a: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19292" y="4601171"/>
            <a:ext cx="6263977" cy="12700"/>
            <a:chOff x="0" y="0"/>
            <a:chExt cx="12527955" cy="25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27915" cy="25400"/>
            </a:xfrm>
            <a:custGeom>
              <a:avLst/>
              <a:gdLst/>
              <a:ahLst/>
              <a:cxnLst/>
              <a:rect l="l" t="t" r="r" b="b"/>
              <a:pathLst>
                <a:path w="1252791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688478" y="4612283"/>
            <a:ext cx="5380137" cy="1089124"/>
          </a:xfrm>
          <a:custGeom>
            <a:avLst/>
            <a:gdLst/>
            <a:ahLst/>
            <a:cxnLst/>
            <a:rect l="l" t="t" r="r" b="b"/>
            <a:pathLst>
              <a:path w="8070205" h="1633686">
                <a:moveTo>
                  <a:pt x="0" y="0"/>
                </a:moveTo>
                <a:lnTo>
                  <a:pt x="8070204" y="0"/>
                </a:lnTo>
                <a:lnTo>
                  <a:pt x="8070204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6" b="-156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3245641" y="4990753"/>
            <a:ext cx="265807" cy="332184"/>
            <a:chOff x="0" y="0"/>
            <a:chExt cx="531613" cy="6643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14300"/>
              <a:ext cx="531613" cy="778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33"/>
                </a:lnSpc>
              </a:pPr>
              <a:r>
                <a:rPr lang="en-US" sz="2083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57727" y="4751224"/>
            <a:ext cx="2362696" cy="295275"/>
            <a:chOff x="0" y="0"/>
            <a:chExt cx="4725392" cy="5905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291"/>
                </a:lnSpc>
              </a:pPr>
              <a:r>
                <a:rPr lang="en-US" sz="1833" dirty="0" smtClean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Accuracy</a:t>
              </a:r>
              <a:endParaRPr lang="en-US" sz="1833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57727" y="5290697"/>
            <a:ext cx="2436813" cy="302419"/>
            <a:chOff x="0" y="0"/>
            <a:chExt cx="4873625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73625" cy="604838"/>
            </a:xfrm>
            <a:custGeom>
              <a:avLst/>
              <a:gdLst/>
              <a:ahLst/>
              <a:cxnLst/>
              <a:rect l="l" t="t" r="r" b="b"/>
              <a:pathLst>
                <a:path w="4873625" h="604838">
                  <a:moveTo>
                    <a:pt x="0" y="0"/>
                  </a:moveTo>
                  <a:lnTo>
                    <a:pt x="4873625" y="0"/>
                  </a:lnTo>
                  <a:lnTo>
                    <a:pt x="487362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487362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Range prediction is reliable and accurate</a:t>
              </a: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61492" y="5398095"/>
            <a:ext cx="10869017" cy="604837"/>
            <a:chOff x="0" y="0"/>
            <a:chExt cx="21738035" cy="12096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738034" cy="1209675"/>
            </a:xfrm>
            <a:custGeom>
              <a:avLst/>
              <a:gdLst/>
              <a:ahLst/>
              <a:cxnLst/>
              <a:rect l="l" t="t" r="r" b="b"/>
              <a:pathLst>
                <a:path w="21738034" h="1209675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2173803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375"/>
                </a:lnSpc>
              </a:pP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840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60310"/>
            <a:ext cx="12192000" cy="6858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-8092"/>
            <a:ext cx="12192000" cy="2362696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r="-1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61492" y="2931815"/>
            <a:ext cx="4953993" cy="590649"/>
            <a:chOff x="0" y="0"/>
            <a:chExt cx="9907985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07985" cy="1181298"/>
            </a:xfrm>
            <a:custGeom>
              <a:avLst/>
              <a:gdLst/>
              <a:ahLst/>
              <a:cxnLst/>
              <a:rect l="l" t="t" r="r" b="b"/>
              <a:pathLst>
                <a:path w="9907985" h="1181298">
                  <a:moveTo>
                    <a:pt x="0" y="0"/>
                  </a:moveTo>
                  <a:lnTo>
                    <a:pt x="9907985" y="0"/>
                  </a:lnTo>
                  <a:lnTo>
                    <a:pt x="9907985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07985" cy="12193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4625"/>
                </a:lnSpc>
              </a:pPr>
              <a:r>
                <a:rPr lang="en-US" sz="3708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Performance Metrics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1492" y="4083889"/>
            <a:ext cx="3433961" cy="623689"/>
            <a:chOff x="0" y="0"/>
            <a:chExt cx="6867922" cy="1247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67922" cy="1247378"/>
            </a:xfrm>
            <a:custGeom>
              <a:avLst/>
              <a:gdLst/>
              <a:ahLst/>
              <a:cxnLst/>
              <a:rect l="l" t="t" r="r" b="b"/>
              <a:pathLst>
                <a:path w="6867922" h="1247378">
                  <a:moveTo>
                    <a:pt x="0" y="0"/>
                  </a:moveTo>
                  <a:lnTo>
                    <a:pt x="6867922" y="0"/>
                  </a:lnTo>
                  <a:lnTo>
                    <a:pt x="6867922" y="1247378"/>
                  </a:lnTo>
                  <a:lnTo>
                    <a:pt x="0" y="1247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33350"/>
              <a:ext cx="6867922" cy="11140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75"/>
                </a:lnSpc>
              </a:pPr>
              <a:r>
                <a:rPr lang="en-US" sz="4875" dirty="0" smtClean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89%</a:t>
              </a:r>
              <a:endParaRPr lang="en-US" sz="4875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7074" y="4760218"/>
            <a:ext cx="2362696" cy="408682"/>
            <a:chOff x="0" y="0"/>
            <a:chExt cx="4725392" cy="8173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207764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291"/>
                </a:lnSpc>
              </a:pPr>
              <a:r>
                <a:rPr lang="en-US" sz="1833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Accuracy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1492" y="5269003"/>
            <a:ext cx="3433961" cy="302419"/>
            <a:chOff x="0" y="0"/>
            <a:chExt cx="6867922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67922" cy="604838"/>
            </a:xfrm>
            <a:custGeom>
              <a:avLst/>
              <a:gdLst/>
              <a:ahLst/>
              <a:cxnLst/>
              <a:rect l="l" t="t" r="r" b="b"/>
              <a:pathLst>
                <a:path w="6867922" h="604838">
                  <a:moveTo>
                    <a:pt x="0" y="0"/>
                  </a:moveTo>
                  <a:lnTo>
                    <a:pt x="6867922" y="0"/>
                  </a:lnTo>
                  <a:lnTo>
                    <a:pt x="68679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86792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1458" dirty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Based </a:t>
              </a: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on testing</a:t>
              </a: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78920" y="3979987"/>
            <a:ext cx="3434060" cy="688529"/>
            <a:chOff x="0" y="-129680"/>
            <a:chExt cx="6868120" cy="1377058"/>
          </a:xfrm>
        </p:grpSpPr>
        <p:sp>
          <p:nvSpPr>
            <p:cNvPr id="19" name="Freeform 19"/>
            <p:cNvSpPr/>
            <p:nvPr/>
          </p:nvSpPr>
          <p:spPr>
            <a:xfrm>
              <a:off x="0" y="-129680"/>
              <a:ext cx="6868120" cy="1247378"/>
            </a:xfrm>
            <a:custGeom>
              <a:avLst/>
              <a:gdLst/>
              <a:ahLst/>
              <a:cxnLst/>
              <a:rect l="l" t="t" r="r" b="b"/>
              <a:pathLst>
                <a:path w="6868120" h="1247378">
                  <a:moveTo>
                    <a:pt x="0" y="0"/>
                  </a:moveTo>
                  <a:lnTo>
                    <a:pt x="6868120" y="0"/>
                  </a:lnTo>
                  <a:lnTo>
                    <a:pt x="6868120" y="1247378"/>
                  </a:lnTo>
                  <a:lnTo>
                    <a:pt x="0" y="1247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33350"/>
              <a:ext cx="6868120" cy="11140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75"/>
                </a:lnSpc>
              </a:pPr>
              <a:r>
                <a:rPr lang="en-US" sz="4875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56844" y="4877405"/>
            <a:ext cx="2739529" cy="295275"/>
            <a:chOff x="0" y="0"/>
            <a:chExt cx="5479058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79058" cy="590550"/>
            </a:xfrm>
            <a:custGeom>
              <a:avLst/>
              <a:gdLst/>
              <a:ahLst/>
              <a:cxnLst/>
              <a:rect l="l" t="t" r="r" b="b"/>
              <a:pathLst>
                <a:path w="5479058" h="590550">
                  <a:moveTo>
                    <a:pt x="0" y="0"/>
                  </a:moveTo>
                  <a:lnTo>
                    <a:pt x="5479058" y="0"/>
                  </a:lnTo>
                  <a:lnTo>
                    <a:pt x="547905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479058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291"/>
                </a:lnSpc>
              </a:pPr>
              <a:r>
                <a:rPr lang="en-US" sz="1833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Order Execution Speed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78920" y="5168901"/>
            <a:ext cx="3464718" cy="445384"/>
            <a:chOff x="0" y="0"/>
            <a:chExt cx="6929436" cy="8907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68120" cy="604838"/>
            </a:xfrm>
            <a:custGeom>
              <a:avLst/>
              <a:gdLst/>
              <a:ahLst/>
              <a:cxnLst/>
              <a:rect l="l" t="t" r="r" b="b"/>
              <a:pathLst>
                <a:path w="6868120" h="604838">
                  <a:moveTo>
                    <a:pt x="0" y="0"/>
                  </a:moveTo>
                  <a:lnTo>
                    <a:pt x="6868120" y="0"/>
                  </a:lnTo>
                  <a:lnTo>
                    <a:pt x="68681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61316" y="200204"/>
              <a:ext cx="6868120" cy="6905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Via compiling</a:t>
              </a:r>
            </a:p>
            <a:p>
              <a:pPr algn="ctr">
                <a:lnSpc>
                  <a:spcPts val="2375"/>
                </a:lnSpc>
              </a:pP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448" y="3900388"/>
            <a:ext cx="3433961" cy="807190"/>
            <a:chOff x="0" y="0"/>
            <a:chExt cx="6867922" cy="16143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67922" cy="1247378"/>
            </a:xfrm>
            <a:custGeom>
              <a:avLst/>
              <a:gdLst/>
              <a:ahLst/>
              <a:cxnLst/>
              <a:rect l="l" t="t" r="r" b="b"/>
              <a:pathLst>
                <a:path w="6867922" h="1247378">
                  <a:moveTo>
                    <a:pt x="0" y="0"/>
                  </a:moveTo>
                  <a:lnTo>
                    <a:pt x="6867922" y="0"/>
                  </a:lnTo>
                  <a:lnTo>
                    <a:pt x="6867922" y="1247378"/>
                  </a:lnTo>
                  <a:lnTo>
                    <a:pt x="0" y="1247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500352"/>
              <a:ext cx="6867922" cy="11140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75"/>
                </a:lnSpc>
              </a:pPr>
              <a:r>
                <a:rPr lang="en-US" sz="4875" dirty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32032" y="4760218"/>
            <a:ext cx="2393502" cy="421384"/>
            <a:chOff x="0" y="0"/>
            <a:chExt cx="4787004" cy="8427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61612" y="233168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291"/>
                </a:lnSpc>
              </a:pPr>
              <a:r>
                <a:rPr lang="en-US" sz="1833" dirty="0" smtClean="0">
                  <a:solidFill>
                    <a:srgbClr val="DCD7E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Risk</a:t>
              </a:r>
              <a:endParaRPr lang="en-US" sz="1833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96448" y="5168901"/>
            <a:ext cx="3433961" cy="402522"/>
            <a:chOff x="0" y="0"/>
            <a:chExt cx="6867922" cy="8050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67922" cy="604838"/>
            </a:xfrm>
            <a:custGeom>
              <a:avLst/>
              <a:gdLst/>
              <a:ahLst/>
              <a:cxnLst/>
              <a:rect l="l" t="t" r="r" b="b"/>
              <a:pathLst>
                <a:path w="6867922" h="604838">
                  <a:moveTo>
                    <a:pt x="0" y="0"/>
                  </a:moveTo>
                  <a:lnTo>
                    <a:pt x="6867922" y="0"/>
                  </a:lnTo>
                  <a:lnTo>
                    <a:pt x="68679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114480"/>
              <a:ext cx="6867922" cy="6905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Accurately predict with low risk</a:t>
              </a:r>
              <a:endParaRPr lang="en-US" sz="1458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49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55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8407" y="752572"/>
            <a:ext cx="5657057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Results &amp; Implications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98102" y="2991877"/>
            <a:ext cx="3273822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Improved </a:t>
            </a:r>
            <a:r>
              <a:rPr lang="en-US" sz="1833" b="1" dirty="0" smtClean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Prediction Accuracy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98102" y="3780998"/>
            <a:ext cx="327382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Regression models </a:t>
            </a: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 accuracy compared to </a:t>
            </a: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other traditional </a:t>
            </a: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methods.</a:t>
            </a:r>
            <a:endParaRPr lang="en-US" sz="1542" dirty="0"/>
          </a:p>
        </p:txBody>
      </p:sp>
      <p:sp>
        <p:nvSpPr>
          <p:cNvPr id="5" name="Text 3"/>
          <p:cNvSpPr/>
          <p:nvPr/>
        </p:nvSpPr>
        <p:spPr>
          <a:xfrm>
            <a:off x="4464843" y="2991877"/>
            <a:ext cx="303916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chemeClr val="bg1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Improved Energy Efficiency</a:t>
            </a:r>
            <a:endParaRPr lang="en-US" sz="1833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464843" y="3780997"/>
            <a:ext cx="327382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Regression models improves </a:t>
            </a: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EMS performance. Major gaps exist in data, interpretability, scalability, and security.</a:t>
            </a:r>
            <a:endParaRPr lang="en-US" sz="1542" dirty="0"/>
          </a:p>
        </p:txBody>
      </p:sp>
      <p:sp>
        <p:nvSpPr>
          <p:cNvPr id="7" name="Text 5"/>
          <p:cNvSpPr/>
          <p:nvPr/>
        </p:nvSpPr>
        <p:spPr>
          <a:xfrm>
            <a:off x="8231584" y="2897882"/>
            <a:ext cx="3273822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8231584" y="3780996"/>
            <a:ext cx="327382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Prediction model improves the customer Information on range and helps to avoid range related problems.</a:t>
            </a:r>
            <a:endParaRPr lang="en-US" sz="1542" dirty="0"/>
          </a:p>
        </p:txBody>
      </p:sp>
      <p:sp>
        <p:nvSpPr>
          <p:cNvPr id="10" name="Rectangle 9"/>
          <p:cNvSpPr/>
          <p:nvPr/>
        </p:nvSpPr>
        <p:spPr>
          <a:xfrm>
            <a:off x="8158756" y="2944879"/>
            <a:ext cx="2698175" cy="387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92"/>
              </a:lnSpc>
            </a:pPr>
            <a:r>
              <a:rPr lang="en-US" b="1" dirty="0">
                <a:solidFill>
                  <a:schemeClr val="bg1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Benefits for </a:t>
            </a:r>
            <a:r>
              <a:rPr lang="en-US" b="1" dirty="0" smtClean="0">
                <a:solidFill>
                  <a:schemeClr val="bg1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8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33" y="615554"/>
            <a:ext cx="3889572" cy="58343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7021" y="615554"/>
            <a:ext cx="6329958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250"/>
              </a:lnSpc>
            </a:pPr>
            <a:r>
              <a:rPr lang="en-US" sz="3375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Research </a:t>
            </a:r>
            <a:r>
              <a:rPr lang="en-US" sz="3375" b="1" dirty="0" smtClean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Gaps</a:t>
            </a:r>
            <a:endParaRPr lang="en-US" sz="337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021" y="1976041"/>
            <a:ext cx="460772" cy="4607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17021" y="2621062"/>
            <a:ext cx="1925638" cy="81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Availability &amp; Quality</a:t>
            </a:r>
            <a:endParaRPr lang="en-US" sz="1667" dirty="0"/>
          </a:p>
        </p:txBody>
      </p:sp>
      <p:sp>
        <p:nvSpPr>
          <p:cNvPr id="7" name="Text 2"/>
          <p:cNvSpPr/>
          <p:nvPr/>
        </p:nvSpPr>
        <p:spPr>
          <a:xfrm>
            <a:off x="7419082" y="2621062"/>
            <a:ext cx="1925737" cy="81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Dynamic Environmental </a:t>
            </a:r>
            <a:r>
              <a:rPr lang="en-US" sz="1600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Factors</a:t>
            </a:r>
            <a:endParaRPr lang="en-US" sz="1667" dirty="0"/>
          </a:p>
        </p:txBody>
      </p:sp>
      <p:sp>
        <p:nvSpPr>
          <p:cNvPr id="9" name="Text 3"/>
          <p:cNvSpPr/>
          <p:nvPr/>
        </p:nvSpPr>
        <p:spPr>
          <a:xfrm>
            <a:off x="9621243" y="2621062"/>
            <a:ext cx="1925638" cy="54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667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021" y="3987205"/>
            <a:ext cx="460772" cy="46077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217021" y="4632226"/>
            <a:ext cx="1925638" cy="81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Integration with Grid Management</a:t>
            </a:r>
            <a:endParaRPr lang="en-US" sz="1667" dirty="0"/>
          </a:p>
        </p:txBody>
      </p:sp>
      <p:sp>
        <p:nvSpPr>
          <p:cNvPr id="12" name="Text 5"/>
          <p:cNvSpPr/>
          <p:nvPr/>
        </p:nvSpPr>
        <p:spPr>
          <a:xfrm>
            <a:off x="5217021" y="5824827"/>
            <a:ext cx="63299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Limited high-resolution EV charging data is a key gap. Also, complex models lack interpretability. Integration with grid systems is also limited.</a:t>
            </a:r>
            <a:endParaRPr lang="en-US" sz="1417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8162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419082" y="1976041"/>
            <a:ext cx="455629" cy="56962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8162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16000" y="2050314"/>
            <a:ext cx="309154" cy="3864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616000" y="2604230"/>
            <a:ext cx="1770036" cy="656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167"/>
              </a:lnSpc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Driver Behavior </a:t>
            </a:r>
            <a:endParaRPr lang="en-US" sz="1600" b="1" dirty="0" smtClean="0">
              <a:solidFill>
                <a:srgbClr val="D9E1FF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2167"/>
              </a:lnSpc>
            </a:pPr>
            <a:r>
              <a:rPr lang="en-US" sz="1600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Analysis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8162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419082" y="3984563"/>
            <a:ext cx="366208" cy="4578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21977" y="4517857"/>
            <a:ext cx="1622560" cy="6610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92"/>
              </a:lnSpc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Scalability </a:t>
            </a:r>
            <a:r>
              <a:rPr lang="en-US" sz="1600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and</a:t>
            </a:r>
          </a:p>
          <a:p>
            <a:pPr>
              <a:lnSpc>
                <a:spcPts val="2292"/>
              </a:lnSpc>
            </a:pPr>
            <a:r>
              <a:rPr lang="en-US" sz="1600" b="1" dirty="0" smtClean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Adaptability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525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8092"/>
            <a:ext cx="12192000" cy="6858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0699346" y="6457950"/>
            <a:ext cx="1435504" cy="34290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7730706" y="616248"/>
            <a:ext cx="4008139" cy="5563274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1492" y="635298"/>
            <a:ext cx="6297017" cy="1181298"/>
            <a:chOff x="0" y="0"/>
            <a:chExt cx="12594035" cy="2362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594035" cy="24006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4625"/>
                </a:lnSpc>
              </a:pPr>
              <a:r>
                <a:rPr lang="en-US" sz="3708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 &amp; Future Enhancements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8317" y="2096889"/>
            <a:ext cx="148034" cy="717451"/>
            <a:chOff x="0" y="0"/>
            <a:chExt cx="296068" cy="1434902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283337" cy="1422146"/>
            </a:xfrm>
            <a:custGeom>
              <a:avLst/>
              <a:gdLst/>
              <a:ahLst/>
              <a:cxnLst/>
              <a:rect l="l" t="t" r="r" b="b"/>
              <a:pathLst>
                <a:path w="283337" h="1422146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296164" cy="1434846"/>
            </a:xfrm>
            <a:custGeom>
              <a:avLst/>
              <a:gdLst/>
              <a:ahLst/>
              <a:cxnLst/>
              <a:rect l="l" t="t" r="r" b="b"/>
              <a:pathLst>
                <a:path w="296164" h="1434846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86644" y="2100064"/>
            <a:ext cx="2868910" cy="295275"/>
            <a:chOff x="0" y="0"/>
            <a:chExt cx="5737820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37820" cy="590550"/>
            </a:xfrm>
            <a:custGeom>
              <a:avLst/>
              <a:gdLst/>
              <a:ahLst/>
              <a:cxnLst/>
              <a:rect l="l" t="t" r="r" b="b"/>
              <a:pathLst>
                <a:path w="5737820" h="590550">
                  <a:moveTo>
                    <a:pt x="0" y="0"/>
                  </a:moveTo>
                  <a:lnTo>
                    <a:pt x="5737820" y="0"/>
                  </a:lnTo>
                  <a:lnTo>
                    <a:pt x="573782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5737820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708"/>
                </a:lnSpc>
              </a:pPr>
              <a:r>
                <a:rPr lang="en-US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Enhanced Fault Detection</a:t>
              </a:r>
              <a:endParaRPr lang="en-US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6644" y="2508747"/>
            <a:ext cx="5871865" cy="302419"/>
            <a:chOff x="0" y="0"/>
            <a:chExt cx="11743730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43730" cy="604838"/>
            </a:xfrm>
            <a:custGeom>
              <a:avLst/>
              <a:gdLst/>
              <a:ahLst/>
              <a:cxnLst/>
              <a:rect l="l" t="t" r="r" b="b"/>
              <a:pathLst>
                <a:path w="11743730" h="604838">
                  <a:moveTo>
                    <a:pt x="0" y="0"/>
                  </a:moveTo>
                  <a:lnTo>
                    <a:pt x="11743730" y="0"/>
                  </a:lnTo>
                  <a:lnTo>
                    <a:pt x="1174373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1743730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Sensor redundancy and anomaly detection.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5522" y="3034655"/>
            <a:ext cx="148034" cy="717451"/>
            <a:chOff x="0" y="0"/>
            <a:chExt cx="296068" cy="1434902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283337" cy="1422146"/>
            </a:xfrm>
            <a:custGeom>
              <a:avLst/>
              <a:gdLst/>
              <a:ahLst/>
              <a:cxnLst/>
              <a:rect l="l" t="t" r="r" b="b"/>
              <a:pathLst>
                <a:path w="283337" h="1422146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96164" cy="1434846"/>
            </a:xfrm>
            <a:custGeom>
              <a:avLst/>
              <a:gdLst/>
              <a:ahLst/>
              <a:cxnLst/>
              <a:rect l="l" t="t" r="r" b="b"/>
              <a:pathLst>
                <a:path w="296164" h="1434846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70112" y="3000177"/>
            <a:ext cx="3206155" cy="295275"/>
            <a:chOff x="0" y="0"/>
            <a:chExt cx="6412310" cy="590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12310" cy="590550"/>
            </a:xfrm>
            <a:custGeom>
              <a:avLst/>
              <a:gdLst/>
              <a:ahLst/>
              <a:cxnLst/>
              <a:rect l="l" t="t" r="r" b="b"/>
              <a:pathLst>
                <a:path w="6412310" h="590550">
                  <a:moveTo>
                    <a:pt x="0" y="0"/>
                  </a:moveTo>
                  <a:lnTo>
                    <a:pt x="6412310" y="0"/>
                  </a:lnTo>
                  <a:lnTo>
                    <a:pt x="641231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412310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dirty="0" smtClean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External factors processing</a:t>
              </a:r>
              <a:endParaRPr lang="en-US"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0112" y="3309246"/>
            <a:ext cx="5588397" cy="302419"/>
            <a:chOff x="0" y="0"/>
            <a:chExt cx="11176793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176793" cy="604838"/>
            </a:xfrm>
            <a:custGeom>
              <a:avLst/>
              <a:gdLst/>
              <a:ahLst/>
              <a:cxnLst/>
              <a:rect l="l" t="t" r="r" b="b"/>
              <a:pathLst>
                <a:path w="11176793" h="604838">
                  <a:moveTo>
                    <a:pt x="0" y="0"/>
                  </a:moveTo>
                  <a:lnTo>
                    <a:pt x="11176793" y="0"/>
                  </a:lnTo>
                  <a:lnTo>
                    <a:pt x="111767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1176793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Many dynamic factors like environmental and driving patterns to predict range will be added </a:t>
              </a:r>
              <a:endParaRPr lang="en-US" sz="1600" dirty="0">
                <a:solidFill>
                  <a:schemeClr val="bg1"/>
                </a:solidFill>
              </a:endParaRPr>
            </a:p>
            <a:p>
              <a:endParaRPr lang="en-US" sz="1600" dirty="0">
                <a:solidFill>
                  <a:schemeClr val="bg1"/>
                </a:solidFill>
                <a:latin typeface="Heebo Light"/>
                <a:ea typeface="Heebo Light"/>
                <a:cs typeface="Heebo Light"/>
                <a:sym typeface="Heebo Light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22078" y="4066883"/>
            <a:ext cx="148034" cy="717451"/>
            <a:chOff x="0" y="0"/>
            <a:chExt cx="296068" cy="1434902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283337" cy="1422146"/>
            </a:xfrm>
            <a:custGeom>
              <a:avLst/>
              <a:gdLst/>
              <a:ahLst/>
              <a:cxnLst/>
              <a:rect l="l" t="t" r="r" b="b"/>
              <a:pathLst>
                <a:path w="283337" h="1422146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296164" cy="1434846"/>
            </a:xfrm>
            <a:custGeom>
              <a:avLst/>
              <a:gdLst/>
              <a:ahLst/>
              <a:cxnLst/>
              <a:rect l="l" t="t" r="r" b="b"/>
              <a:pathLst>
                <a:path w="296164" h="1434846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653680" y="3900289"/>
            <a:ext cx="3306738" cy="423703"/>
            <a:chOff x="0" y="0"/>
            <a:chExt cx="6613476" cy="84740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68802" cy="590550"/>
            </a:xfrm>
            <a:custGeom>
              <a:avLst/>
              <a:gdLst/>
              <a:ahLst/>
              <a:cxnLst/>
              <a:rect l="l" t="t" r="r" b="b"/>
              <a:pathLst>
                <a:path w="5968802" h="590550">
                  <a:moveTo>
                    <a:pt x="0" y="0"/>
                  </a:moveTo>
                  <a:lnTo>
                    <a:pt x="5968802" y="0"/>
                  </a:lnTo>
                  <a:lnTo>
                    <a:pt x="596880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237806"/>
              <a:ext cx="6613476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dirty="0" smtClean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Smart grid integration using ML</a:t>
              </a:r>
              <a:endParaRPr lang="en-US" dirty="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53680" y="4210495"/>
            <a:ext cx="5304830" cy="464799"/>
            <a:chOff x="0" y="0"/>
            <a:chExt cx="10609660" cy="9295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609660" cy="604838"/>
            </a:xfrm>
            <a:custGeom>
              <a:avLst/>
              <a:gdLst/>
              <a:ahLst/>
              <a:cxnLst/>
              <a:rect l="l" t="t" r="r" b="b"/>
              <a:pathLst>
                <a:path w="10609660" h="604838">
                  <a:moveTo>
                    <a:pt x="0" y="0"/>
                  </a:moveTo>
                  <a:lnTo>
                    <a:pt x="10609660" y="0"/>
                  </a:lnTo>
                  <a:lnTo>
                    <a:pt x="1060966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239034"/>
              <a:ext cx="10609660" cy="6905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1600" dirty="0" smtClean="0">
                  <a:solidFill>
                    <a:schemeClr val="bg1"/>
                  </a:solidFill>
                </a:rPr>
                <a:t>Using ML-based model to integrate smart grid with improved accuracy.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1492" y="5013027"/>
            <a:ext cx="6297017" cy="1209675"/>
            <a:chOff x="0" y="0"/>
            <a:chExt cx="12594035" cy="24193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594035" cy="2419350"/>
            </a:xfrm>
            <a:custGeom>
              <a:avLst/>
              <a:gdLst/>
              <a:ahLst/>
              <a:cxnLst/>
              <a:rect l="l" t="t" r="r" b="b"/>
              <a:pathLst>
                <a:path w="12594035" h="2419350">
                  <a:moveTo>
                    <a:pt x="0" y="0"/>
                  </a:moveTo>
                  <a:lnTo>
                    <a:pt x="12594035" y="0"/>
                  </a:lnTo>
                  <a:lnTo>
                    <a:pt x="12594035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12594035" cy="2505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375"/>
                </a:lnSpc>
              </a:pPr>
              <a:r>
                <a:rPr lang="en-US" sz="1458" dirty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This project creates an </a:t>
              </a: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prediction model predicting the range for EV vehicles with high Accuracy. </a:t>
              </a:r>
              <a:r>
                <a:rPr lang="en-US" sz="1458" dirty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Future enhancements include </a:t>
              </a:r>
              <a:r>
                <a:rPr lang="en-US" sz="1458" dirty="0" smtClean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integration with ML-based models and enhance grid system which will even predict the fastest and convenient route with improved </a:t>
              </a:r>
              <a:r>
                <a:rPr lang="en-US" sz="1458" dirty="0">
                  <a:solidFill>
                    <a:srgbClr val="DCD7E5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scalability and accuracy.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9315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Forest">
      <a:dk1>
        <a:sysClr val="windowText" lastClr="000000"/>
      </a:dk1>
      <a:lt1>
        <a:sysClr val="window" lastClr="FFFFFF"/>
      </a:lt1>
      <a:dk2>
        <a:srgbClr val="444444"/>
      </a:dk2>
      <a:lt2>
        <a:srgbClr val="EBEBEB"/>
      </a:lt2>
      <a:accent1>
        <a:srgbClr val="5EBFE4"/>
      </a:accent1>
      <a:accent2>
        <a:srgbClr val="4DD6B0"/>
      </a:accent2>
      <a:accent3>
        <a:srgbClr val="98DC55"/>
      </a:accent3>
      <a:accent4>
        <a:srgbClr val="FFC63D"/>
      </a:accent4>
      <a:accent5>
        <a:srgbClr val="E59046"/>
      </a:accent5>
      <a:accent6>
        <a:srgbClr val="DC6555"/>
      </a:accent6>
      <a:hlink>
        <a:srgbClr val="0563C1"/>
      </a:hlink>
      <a:folHlink>
        <a:srgbClr val="954F72"/>
      </a:folHlink>
    </a:clrScheme>
    <a:fontScheme name="Forest">
      <a:majorFont>
        <a:latin typeface="Raleway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951</TotalTime>
  <Words>567</Words>
  <Application>Microsoft Office PowerPoint</Application>
  <PresentationFormat>Widescreen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Arimo</vt:lpstr>
      <vt:lpstr>Calibri</vt:lpstr>
      <vt:lpstr>Calibri Light</vt:lpstr>
      <vt:lpstr>Heebo Light</vt:lpstr>
      <vt:lpstr>Montserrat</vt:lpstr>
      <vt:lpstr>Raleway Light</vt:lpstr>
      <vt:lpstr>Roboto</vt:lpstr>
      <vt:lpstr>Syne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data preprocessing technique for missing values and biased data in Machine Learning</dc:title>
  <dc:creator>Lenovo</dc:creator>
  <cp:lastModifiedBy>Aayush</cp:lastModifiedBy>
  <cp:revision>208</cp:revision>
  <dcterms:created xsi:type="dcterms:W3CDTF">2021-08-16T15:21:54Z</dcterms:created>
  <dcterms:modified xsi:type="dcterms:W3CDTF">2025-05-03T04:33:11Z</dcterms:modified>
</cp:coreProperties>
</file>